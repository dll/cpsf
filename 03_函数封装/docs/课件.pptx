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2410C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第3讲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78308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600" b="1" i="0">
                <a:solidFill>
                  <a:srgbClr val="1F2937"/>
                </a:solidFill>
                <a:latin typeface="微软雅黑"/>
              </a:rPr>
              <a:t>函数封装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92608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C2410C"/>
                </a:solidFill>
                <a:latin typeface="微软雅黑"/>
              </a:rPr>
              <a:t>给代码找个家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611880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840480"/>
            <a:ext cx="6583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第2讲的 ATM 能跑了，可所有代码都堆在 main 里：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几十行挤成一团，成功提示抄了三遍，想改一处得从头找。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本讲给代码安个家——把重复的代码打包、命名、藏起细节，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从此 main 只负责调度，每一件事都有它自己的函数。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六级台阶的第二级 —— 从"一行代码"到"一段可以复用的逻辑"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4311"/>
            <a:ext cx="11094415" cy="124434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4311"/>
            <a:ext cx="50292" cy="124434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17191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76092"/>
            <a:ext cx="10673791" cy="519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前两讲我们已经会写能跑的程序：第1讲用表达式把字打上屏幕，第2讲用分支和循环让程序会判断、会重复。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本讲站上第二级台阶——函数：把重复的代码打包、命名、藏起细节，让 main 只负责调度。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481577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← 你在这里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481577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第4讲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481577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481577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481577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3179825"/>
            <a:ext cx="1589989" cy="841248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399820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687285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第13-14讲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240529"/>
            <a:ext cx="5419191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240529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23409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782311"/>
            <a:ext cx="4998567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第1-2讲：表达式 + 三种控制结构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ATM 确实能跑了，但越来越长、越来越重复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4240529"/>
            <a:ext cx="5419191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4240529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423409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782311"/>
            <a:ext cx="4998567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第4讲：函数一多，一个文件装不下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按职责把函数拆进 .h / .c 多个文件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函数是全部封装的起点：模块、库、框架，都是它的放大版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上一讲的"痛"，本讲要解决什么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代码能跑，但"越长越乱、想改找不到、想复用搬不动"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7360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2173605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2846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第2讲：没有函数的日子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2228469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第3讲：用函数收编代码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649093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所有代码堆在 main 里，几十行起步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694813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649093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每个功能一个函数，main 只负责调度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694813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2684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存款/取款的提示语到处复制粘贴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972562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92684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公共提示抽成 print_success 一份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972562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0459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想改"取款"？得在一大堆代码里翻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3250311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20459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想改"取款"？直接打开 withdraw 函数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3250311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48234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另一个程序要用存款？整段复制过去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3" y="3528060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3319" y="348234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想复用？把函数拿过去调用就行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5303" y="3528060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3851529"/>
            <a:ext cx="3564026" cy="1143762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851529"/>
            <a:ext cx="50292" cy="114376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3440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痛点① 又长又乱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93311"/>
            <a:ext cx="3143402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顺序、分支、循环混在一起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读一遍才知道谁是谁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3851529"/>
            <a:ext cx="3564026" cy="1143762"/>
          </a:xfrm>
          <a:prstGeom prst="roundRect">
            <a:avLst>
              <a:gd name="adj" fmla="val 6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3834" y="3851529"/>
            <a:ext cx="50292" cy="114376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6714" y="403440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45309"/>
                </a:solidFill>
                <a:latin typeface="微软雅黑"/>
              </a:rPr>
              <a:t>痛点② 重复代码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6714" y="4393311"/>
            <a:ext cx="3143402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同一句成功提示抄了三遍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改格式要改三处，容易漏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9028" y="3851529"/>
            <a:ext cx="3564026" cy="114376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79028" y="3851529"/>
            <a:ext cx="50292" cy="114376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1908" y="4034409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痛点③ 没法复用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1908" y="4393311"/>
            <a:ext cx="3143402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想借用存款逻辑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只能连同 main 一起搬走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196458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一句话：代码没有"家"，所有东西都摊在桌面上 —— 函数，就是给代码一个抽屉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本讲只做一件事：把"大杂烩"拆成"各归各位"的函数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核心一：函数是打包、命名、隐藏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函数 = 打包 + 命名 + 隐藏细节 —— 像遥控器只给你按钮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3490874" cy="953389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2768"/>
            <a:ext cx="3307994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① 声明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84045"/>
            <a:ext cx="3307994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告诉编译器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"有这么个函数"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66946" y="178428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0410" y="1426464"/>
            <a:ext cx="3490874" cy="953389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1850" y="1572768"/>
            <a:ext cx="3307994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② 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1884045"/>
            <a:ext cx="3307994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写清函数体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真正干活的代码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8716" y="1784286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2180" y="1426464"/>
            <a:ext cx="3490874" cy="953389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3620" y="1572768"/>
            <a:ext cx="3307994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③ 调用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1884045"/>
            <a:ext cx="3307994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让函数执行一次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"点菜，上菜"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599309"/>
            <a:ext cx="5990984" cy="2642615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599309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2654173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函数的四个部分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063824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返回值类型  函数名(参数列表)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280232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496640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函数体：要打包的那段代码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713048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3929456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145864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void deposit(void)   /* void=不返回，(void)=不需要参数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362272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4578680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printf("【存款业务】\n");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795088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77368" y="2599309"/>
            <a:ext cx="4865686" cy="239572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77368" y="2599309"/>
            <a:ext cx="50292" cy="2395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0248" y="2782189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🔑 四个部分，各管什么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0248" y="3141091"/>
            <a:ext cx="4445062" cy="146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返回值类型 void：干完活不交结果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函数名 deposit：以后就用这个名字叫它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参数列表 (void)：不需要外部喂数据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函数体 { }：真正被包进去的代码块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调用者只需要知道"传什么、得到什么"，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内部怎么实现，可以随时改 —— 这就是隐藏。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声明是"菜单"，定义是"厨房"，调用是"点菜" —— 三件事，各就各位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核心二：参数传递 —— 值传递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不带参数只能做固定的事，带参数才能"看菜下饭"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1418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01418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8429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📥 为什么需要参数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43199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存款金额每次都不一样。要让函数处理"不固定的数据"，就得把数据传进去 —— 这就是参数：形参是函数内部的"接货口"，实参是调用时真正递过去的值。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13404"/>
            <a:ext cx="6212872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113404"/>
            <a:ext cx="6212872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68268"/>
            <a:ext cx="5883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同一个函数，换个参数就换一件事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577919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print_success(char* op, double amount)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85310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992701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printf("✅ 操作成功！%s %.2f 元\n", op, amount);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200092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printf("当前余额：%.2f 元\n", g_balance);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407483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614874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822265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print_success("存入", 500.0);   /* op="存入"，amount=500.0 */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029656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print_success("取出", 200.0);   /* 同一个函数，换个参数 */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99256" y="3113404"/>
            <a:ext cx="4643798" cy="219151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9256" y="3113404"/>
            <a:ext cx="50292" cy="21915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2136" y="3296284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🔑 形参 vs 实参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2136" y="3655186"/>
            <a:ext cx="4223174" cy="146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形参 op / amount：函数自己造的两个"坑"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实参 "存入" / 500.0：调用时填进去的值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位置一一对应，类型要对得上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一次调用一份副本，互不干扰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不传参数的函数只能做固定的事，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传了参数，函数才真正"活"起来。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参数是函数的"输入口"：数据从外面进来，结果从返回值出去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核心三：返回值与 return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return 有两个作用：结束函数 + 把结果带回调用者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3490874" cy="9144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7467"/>
            <a:ext cx="330799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return a;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2869"/>
            <a:ext cx="3307994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a 更大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返回 a，函数立即结束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66946" y="176479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0410" y="1426464"/>
            <a:ext cx="3490874" cy="9144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1850" y="1577467"/>
            <a:ext cx="330799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return b;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1872869"/>
            <a:ext cx="3307994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否则返回 b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两条路径必走其一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8716" y="176479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2180" y="1426464"/>
            <a:ext cx="3490874" cy="91440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3620" y="1577467"/>
            <a:ext cx="3307994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return;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1872869"/>
            <a:ext cx="3307994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void 函数提前收工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后面的代码不再执行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560320"/>
            <a:ext cx="5990984" cy="285902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2560320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2615184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DBA74"/>
                </a:solidFill>
                <a:latin typeface="微软雅黑"/>
              </a:rPr>
              <a:t>返回值：函数交给调用者的结果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024835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double get_max(double a, double b)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241243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457651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if (a &gt;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674059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{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3890467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        return a;   /* 返回 a，函数到此结束 */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106875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    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323283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    return b;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4539691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756099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972507"/>
            <a:ext cx="5661800" cy="216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DBA74"/>
                </a:solidFill>
                <a:latin typeface="Consolas"/>
              </a:rPr>
              <a:t>int add(int a, int b) { return a + b; }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77368" y="2560320"/>
            <a:ext cx="4865686" cy="2615184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77368" y="2560320"/>
            <a:ext cx="50292" cy="261518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60248" y="2743200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🔑 void 与 return 的分工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0248" y="3102102"/>
            <a:ext cx="4445062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有返回值：类型写 int / double，用 return 交回结果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无返回值：类型写 void，也可以写 return; 提前收工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return 一旦执行，函数立刻返回，后面代码不跑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调用处可以把返回值存进变量，直接参与运算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所以返回值 = 函数的"输出口"。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函数像一台机器：参数是进料口，返回值是出料口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核心四：作用域与生命周期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变量"活在哪里、能活多久"，决定谁能改它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732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70732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76218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局部变量（函数内）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76218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全局变量（函数外）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8281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只在函数内部可见，外面看不到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228532"/>
            <a:ext cx="68580" cy="13144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18281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整个程序都能看见，谁都能改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228532"/>
            <a:ext cx="68580" cy="13144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46056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函数一返回就被销毁，值不留痕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506281"/>
            <a:ext cx="68580" cy="13144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46056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从程序开始活到程序结束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506281"/>
            <a:ext cx="68580" cy="13144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73831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不同函数里同名变量互不干扰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784030"/>
            <a:ext cx="68580" cy="13144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73831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本讲用 g_balance 就是全局变量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784030"/>
            <a:ext cx="68580" cy="13144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107499"/>
            <a:ext cx="6212872" cy="235407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3107499"/>
            <a:ext cx="6212872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162363"/>
            <a:ext cx="5883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全局变量 vs 局部变量（真实源码）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572014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double g_balance = 1000.0;   /* 全局：所有函数都能改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779405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986796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deposit(void)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194187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401578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    double amount = 0.0;      /* 局部：出了函数就没了 */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608969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scanf("%lf", &amp;amount);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4816360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g_balance = g_balance + amount;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5023751"/>
            <a:ext cx="5883688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999256" y="3107499"/>
            <a:ext cx="4643798" cy="2148840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999256" y="3107499"/>
            <a:ext cx="50292" cy="21488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2136" y="3290379"/>
            <a:ext cx="42231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91C1C"/>
                </a:solidFill>
                <a:latin typeface="微软雅黑"/>
              </a:rPr>
              <a:t>⚠️ 全局变量的隐患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82136" y="3649281"/>
            <a:ext cx="4223174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局部变量住在栈上，随函数生、随函数亡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全局变量住在全局数据区，程序结束才消失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用全局变量图方便，却埋下"谁改了都不知道"的隐患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下一讲会用 static 把余额"关进笼子"，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本讲先记住：能传参就别用全局。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变量可见范围越大，出问题时越难查 —— 这是第4讲的伏笔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核心五：封装思想与单一职责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一个函数只做一件事，并把它做好；同样的代码不写两遍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426464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❌ 违反单一职责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481328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✅ 单一职责 + 代码复用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0195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do_everything()：什么都干，谁也说不清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1947672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1901952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deposit() 只管存款，看名字就懂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1947672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17970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deposit_and_withdraw()：两件事绑一起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225421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179701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print_success() 只负责打印一行结果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225421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45745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存款里手写一遍成功提示，取款里再抄一遍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503170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457450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提示语只写一遍，三处业务都来调用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503170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2826639"/>
            <a:ext cx="5990984" cy="287705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2826639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881503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DBA74"/>
                </a:solidFill>
                <a:latin typeface="微软雅黑"/>
              </a:rPr>
              <a:t>重复代码 → 抽成函数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291154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FB0C9"/>
                </a:solidFill>
                <a:latin typeface="Consolas"/>
              </a:rPr>
              <a:t>/* 第2讲：三处重复的提示语 */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489528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printf("✅ 存款成功！存入 %.2f 元\n", amount);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687902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printf("当前余额：%.2f 元\n", g_balance);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3886276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FB0C9"/>
                </a:solidFill>
                <a:latin typeface="Consolas"/>
              </a:rPr>
              <a:t>/* 取款里、转账里，又各抄了一遍…… */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084650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283024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9FB0C9"/>
                </a:solidFill>
                <a:latin typeface="Consolas"/>
              </a:rPr>
              <a:t>/* 第3讲：抽成一个函数，到处调用 */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4481398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DBA74"/>
                </a:solidFill>
                <a:latin typeface="Consolas"/>
              </a:rPr>
              <a:t>void print_success(char* op, double amount)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679772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878146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printf("✅ 操作成功！%s %.2f 元\n", op, amount);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5076520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printf("当前余额：%.2f 元\n", g_balance);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274894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77368" y="2826639"/>
            <a:ext cx="4865686" cy="233172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77368" y="2826639"/>
            <a:ext cx="50292" cy="2331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60248" y="3009519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🔑 三个设计原则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0248" y="3368421"/>
            <a:ext cx="4445062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好理解：看函数名就知道它做什么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好维护：改存款逻辑只改 deposit 一处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· 好复用：需要打印成功信息，叫一声就行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封装不是把代码藏起来就完事，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而是"职责分清楚 + 细节藏起来"。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单一职责 + 代码复用 + 信息隐藏 —— 这是后面所有架构套路的基本功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原理深入：值传递的内存真相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为什么函数里把 x 改成 11，外面的 a 还是 10？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96774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9677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🧠 先给结论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2430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结论：调用函数时递过去的是"值的复印件"，函数改的是自己栈上的新变量，动不了原件。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95372"/>
            <a:ext cx="5990984" cy="307543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595372"/>
            <a:ext cx="5990984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650236"/>
            <a:ext cx="56618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DBA74"/>
                </a:solidFill>
                <a:latin typeface="微软雅黑"/>
              </a:rPr>
              <a:t>真实源码：一次值传递发生了什么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59887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DBA74"/>
                </a:solidFill>
                <a:latin typeface="Consolas"/>
              </a:rPr>
              <a:t>void add_one(int x)      /* x 是 a 的副本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58261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56635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x = x + 1;           /* 改的是副本，不是 a */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55009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printf("函数内：x = %d\n", x);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53383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051757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250131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DBA74"/>
                </a:solidFill>
                <a:latin typeface="Consolas"/>
              </a:rPr>
              <a:t>int main()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448505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646879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DBA74"/>
                </a:solidFill>
                <a:latin typeface="Consolas"/>
              </a:rPr>
              <a:t>    int a = 10;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845253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add_one(a);          /* 只是把 10 复印一份递过去 */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043627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    printf("函数外：a = %d\n", a);   /* 输出仍是 10 */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242001"/>
            <a:ext cx="5661800" cy="198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77368" y="2595372"/>
            <a:ext cx="4865686" cy="93421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77368" y="2595372"/>
            <a:ext cx="50292" cy="93421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0248" y="2778252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①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0248" y="3137154"/>
            <a:ext cx="444506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把 a 的值 10 复制一份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77368" y="3657600"/>
            <a:ext cx="4865686" cy="93421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77368" y="3657600"/>
            <a:ext cx="50292" cy="9342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0248" y="3840480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② 独立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0248" y="4199382"/>
            <a:ext cx="444506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栈上新建 x，与 a 互不相干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77368" y="4719828"/>
            <a:ext cx="4865686" cy="93421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77368" y="4719828"/>
            <a:ext cx="50292" cy="9342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60248" y="4902708"/>
            <a:ext cx="444506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③ 代价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60248" y="5261610"/>
            <a:ext cx="4445062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大结构体每次调用都要整份复制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想改原件？得把"地址"递过去 —— 这就是第5讲指针要解决的问题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对比与辨析：第2讲 vs 第3讲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同样一个 ATM，换一种组织方式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09940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0439" y="1809940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64804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第2讲：全靠 main 硬扛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3319" y="1864804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第3讲：函数化的 ATM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5428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main 几十行，顺序、分支、循环挤在一起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2331148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2285428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main 只做调度，一眼看清有几件事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15303" y="2331148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63177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同一句成功提示，三处各抄一遍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2608897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2563177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print_success / print_error 只写一遍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2608897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840926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改一个功能，要通读全篇才敢下手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2886646"/>
            <a:ext cx="68580" cy="13144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2840926"/>
            <a:ext cx="5016855" cy="222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· 改哪个功能，直接打开对应的函数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2886646"/>
            <a:ext cx="68580" cy="13144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301555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38131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1762" y="333813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第2讲 无函数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1416" y="333813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713035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749611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main 长度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1762" y="374961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几十行，什么都塞进去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1416" y="374961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十几行，只有调度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124515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161091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代码重复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51762" y="416109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提示语复制粘贴好几份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1416" y="416109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抽成公共函数，写一遍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35995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4572571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找代码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1762" y="457257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在 main 里一行行翻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1416" y="457257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按函数名直接定位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947475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4984051"/>
            <a:ext cx="155565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复用方式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1762" y="498405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整段复制到别的程序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1416" y="4984051"/>
            <a:ext cx="444019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把函数拿过去调用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函数不是为了少打字，而是为了让代码好读、好改、好复用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ATM 实战：本讲源码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src/atm_func.c —— 声明区在上、定义在下，main 只负责调度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5547207" cy="2561462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5547207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521802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atm_func.c：函数声明区（真实源码）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FB0C9"/>
                </a:solidFill>
                <a:latin typeface="Consolas"/>
              </a:rPr>
              <a:t>/* 函数声明（原型）：先跟编译器打个招呼 */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098370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show_welcome(void);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05761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show_menu(void);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13152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query_balance(void);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720543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deposit(void);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927934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withdraw(void);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135325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transfer(void);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342716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print_success(char* op, double amount);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550107"/>
            <a:ext cx="5218023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print_error(char* msg);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33591" y="1426464"/>
            <a:ext cx="5309463" cy="318363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33591" y="1426464"/>
            <a:ext cx="5309463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8183" y="1481328"/>
            <a:ext cx="4980279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函数定义区（真实源码）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8183" y="189097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print_success(char* op, double amount)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8183" y="2098370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8183" y="2305761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printf("✅ 操作成功！%s %.2f 元\n", op, amount);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8183" y="2513152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printf("当前余额：%.2f 元\n", g_balance);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8183" y="2720543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8183" y="2927934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8183" y="3135325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FDBA74"/>
                </a:solidFill>
                <a:latin typeface="Consolas"/>
              </a:rPr>
              <a:t>void deposit(void)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8183" y="3342716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8183" y="3550107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scanf("%lf", &amp;amount);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8183" y="3757498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g_balance = g_balance + amount;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8183" y="3964889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print_success("存入", amount);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8183" y="4172280"/>
            <a:ext cx="4980279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774691"/>
            <a:ext cx="11094415" cy="919226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774691"/>
            <a:ext cx="50292" cy="91922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957571"/>
            <a:ext cx="10673791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15803D"/>
                </a:solidFill>
                <a:latin typeface="微软雅黑"/>
              </a:rPr>
              <a:t>📊 本讲源码的组织方式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84723"/>
            <a:ext cx="10673791" cy="226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 i="0">
                <a:solidFill>
                  <a:srgbClr val="1F2937"/>
                </a:solidFill>
                <a:latin typeface="微软雅黑"/>
              </a:rPr>
              <a:t>声明集中写在文件开头，像书的目录；定义整齐排在后面，每个函数只做一件事 —— main 只管调度。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运行演示：真实编译与运行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命令、菜单、余额变化、退出码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5239"/>
            <a:ext cx="6656649" cy="359841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85239"/>
            <a:ext cx="6656649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840103"/>
            <a:ext cx="632746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FDBA74"/>
                </a:solidFill>
                <a:latin typeface="微软雅黑"/>
              </a:rPr>
              <a:t>终端实录（真实输出，未删改）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24975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gcc -Wall atm_func.c -o atm_func.exe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714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printf '1\n2\n500\n3\n200\n0\n' | ./atm_func.exe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6453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========================================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7192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       欢迎使用 CCIT ATM 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79318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【查询余额】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286709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您当前的账户余额为：1000.00 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494100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【存款业务】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701491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请输入存款金额：✅ 操作成功！存入 500.00 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908882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当前余额：1500.00 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6273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【取款业务】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323664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请输入取款金额：✅ 操作成功！取出 200.00 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531055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当前余额：1300.00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738446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感谢使用 CCIT ATM 系统，再见！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945837"/>
            <a:ext cx="6327465" cy="207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E6EDF7"/>
                </a:solidFill>
                <a:latin typeface="Consolas"/>
              </a:rPr>
              <a:t>$ echo $?   →   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43033" y="1785239"/>
            <a:ext cx="4200022" cy="331012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43033" y="1785239"/>
            <a:ext cx="50292" cy="33101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5913" y="1968119"/>
            <a:ext cx="3779398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👀 要看清楚的六个点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5913" y="2327020"/>
            <a:ext cx="3779398" cy="167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编译零警告：函数声明与定义一致，没有隐式声明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查询余额：1000.00 元，来自全局变量 g_balance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存款后 1500.00 元：print_success 打印统一格式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取款后 1300.00 元：同一函数，换参数换行为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⑤ 程序正常退出，菜单循环被 choice=0 结束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⑥ 退出码 0：没有崩溃，资源随进程回收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片尾有真实运行演示动画，右侧并列展示 atm_func.c 源码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本讲在主线上的位置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六级台阶的第二级：函数 —— 把代码打包成"可复用的名字"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六级台阶：表达式 → 函数 → 模块 → 库 → 插件 → 框架。第1讲我们把字打上屏幕，本讲让代码有了"名字"，后面每一级台阶，都是在这同一个名字上继续放大。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① 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第1讲 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153918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② 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← 本讲 ⭐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153918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③ 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第4讲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153918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④ 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153918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⑤ 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153918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38450"/>
            <a:ext cx="1589989" cy="86868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072161"/>
            <a:ext cx="140710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微软雅黑"/>
              </a:rPr>
              <a:t>⑥ 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359626"/>
            <a:ext cx="1407109" cy="186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150" b="0" i="0">
                <a:solidFill>
                  <a:srgbClr val="FFFFFF"/>
                </a:solidFill>
                <a:latin typeface="微软雅黑"/>
              </a:rPr>
              <a:t>第13-14讲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926586"/>
            <a:ext cx="5419191" cy="159639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26586"/>
            <a:ext cx="50292" cy="159639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109466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本讲为终点贡献了什么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468368"/>
            <a:ext cx="4998567" cy="871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把重复代码收进函数，命名、复用、隐藏细节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单一职责：一个函数只做一件事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接口与实现分离的最初形态：看名字就能用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"库"能成立，前提就是函数可以被独立复用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3926586"/>
            <a:ext cx="5419191" cy="1596390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3926586"/>
            <a:ext cx="50292" cy="159639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109466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下一讲接着做什么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468368"/>
            <a:ext cx="4998567" cy="871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第4讲把一堆函数按职责拆进 .h / .c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用 static 把余额关进笼子，只留接口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那时"函数"会升级成"模块"，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再往后，模块会被编译成库和插件。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函数是第一次"给代码起名字"——所有架构，都从起名字开始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29968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9968"/>
            <a:ext cx="50292" cy="14173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1284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①：为什么说函数是最基础的封装？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71749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我们常说"函数是 C 语言中最基础的封装手段"。这里的"封装"到底封装了什么？为什么偏偏是函数，而不是别的语法？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提示：想一想"打包"和"隐藏"分别指什么；再想想生活中的遥控器、自动售货机，它们封装了什么、只露出了什么。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85032"/>
            <a:ext cx="11094415" cy="1453895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85032"/>
            <a:ext cx="50292" cy="145389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67912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②：值传递的得与失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26814"/>
            <a:ext cx="10673791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C 语言的参数是"值传递"——传的是副本。这样设计有什么好处？又有什么坏处？如果让你来设计一门语言，你会选值传递还是引用传递？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提示：从安全性、隔离性想好处；从"想改原变量怎么办""大结构体每次复制"想坏处；再看看 Java、Python 是怎么选的。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看看你的思路和参考答案差在哪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9142"/>
            <a:ext cx="5428335" cy="240106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79142"/>
            <a:ext cx="50292" cy="240106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①：打包 + 隐藏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0923"/>
            <a:ext cx="5007711" cy="167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封装的"装"是把相关代码装进一个整体，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封装的"封"是把内部细节封起来不给人看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函数一次满足两条：代码打包、起个名字，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调用者只需知道传什么、返回什么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生活里的遥控器封装了电路、只露按钮；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售货机封装了找零、只露选货键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往上还有模块、库、框架、微服务——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每一层都在做同一件事，只是尺度更大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279142"/>
            <a:ext cx="50292" cy="26106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②：安全换灵活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好处：安全——函数里怎么折腾都不影响外面；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隔离——调用者与被调用者互不产生副作用；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简单——复制一份，行为可预测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坏处：改不了原变量（要靠指针补）；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大结构体每次调用都要整份复制；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一次只能返回一个值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各语言的选择：C 默认值传递、指针补灵活；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C++ 两种都支持；Python 对象传引用；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Fortran 默认引用传递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没有绝对的好坏，只有"安全"和"灵活"的取舍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两题进阶：从函数粒度，谈到全局变量的争议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08428"/>
            <a:ext cx="11094415" cy="1417320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08428"/>
            <a:ext cx="50292" cy="14173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9130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思考题 ③：函数越"小"越好吗？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50209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有人说"函数要尽量小，一个函数别超过 20 行"，也有人说"别为了拆而拆，拆得太碎反而更难读"。函数到底写多长才合适？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提示：想一想嵌套太深、需要滚动屏幕、重复代码出现两次这些信号；再想想"单一职责"和"函数很小"到底是不是一回事。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63492"/>
            <a:ext cx="11094415" cy="1696974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563492"/>
            <a:ext cx="50292" cy="169697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46372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思考题 ④：全局变量的争议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05274"/>
            <a:ext cx="10673791" cy="972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本讲用了全局变量 g_balance，因为好几个函数都要用余额。但很多人说"全局变量是有害的，尽量不要用"。为什么不喜欢，又为什么还得用？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提示：从"谁都能改，改乱了找谁""隐藏依赖、降低可读性""不好搬到别的项目"三个角度想坏处；再想想不用全局变量时，怎么让多个函数共享数据。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这两题想透了，第4讲的 static 与第5讲的指针就顺理成章了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一个讲"拆的尺度"，一个讲"共享数据的方式"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79142"/>
            <a:ext cx="5428335" cy="240106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79142"/>
            <a:ext cx="50292" cy="240106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解答 ③：标准是"职责单一"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0923"/>
            <a:ext cx="5007711" cy="167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拆太小：跳转太多、读起来累，逻辑被切断；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写太长：看不懂、难维护、难复用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四条判断标准：能用一句话说清做什么吗？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有重复代码吗？嵌套超过三层了吗？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需要滚屏才能看完吗？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经验参考：5~20 行最理想，20~50 行可接受，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50 行以上要警惕，100 行以上几乎肯定能拆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标准不是行数，而是"单一职责 + 可读性"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279142"/>
            <a:ext cx="5428335" cy="2610612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279142"/>
            <a:ext cx="50292" cy="26106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4620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解答 ④：方便，但要收进笼子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820923"/>
            <a:ext cx="5007711" cy="1885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为什么不喜欢：谁都能改，改乱了找不到责任人；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隐藏依赖，看参数以为无副作用，其实偷偷改了；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带着全局变量不好搬到别的项目；线程下更危险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为什么还要用：方便；有些数据天然全局一份，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比如系统配置、程序状态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替代方案：传参（指针）、结构体打包、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文件级 static、get/set 接口函数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最佳实践：少用；要用就加 g_ 前缀；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能传参就别全局 —— 第4讲、第5讲见分晓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从"能跑"到"好改、好复用"，靠的就是这些看起来很小的取舍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第3讲 函数封装 —— 给代码找个家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第3讲 函数封装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1081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1081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函数把代码打包、命名、隐藏细节：main 只负责调度，重复的提示抽成公共函数，想改一处就打开对应的函数 —— 这就是"从能跑，到好读好改好复用"。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6738"/>
            <a:ext cx="11094415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933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8933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203" y="28933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6821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047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3047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函数的意义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203" y="33047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把重复代码打包、命名、隐藏细节，消除复制粘贴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7969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71627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71627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声明/定义/调用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203" y="371627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声明告诉编译器"有它"，定义写实现，调用让它跑一次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9117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2775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412775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参数（值传递）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1203" y="412775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形参是接货口，实参填进去；传的是副本，改副本不动原件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0265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53923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53923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返回值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203" y="453923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return 两个作用：结束函数 + 把结果交回调用者；无返回写 void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14138"/>
            <a:ext cx="11094415" cy="4114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95071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95071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作用域与生命周期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1203" y="495071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局部随函数生灭，全局活到程序结束 —— 可见范围越大越难管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325618"/>
            <a:ext cx="1109441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362194"/>
            <a:ext cx="44620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362194"/>
            <a:ext cx="1999427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设计原则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1203" y="5362194"/>
            <a:ext cx="7990411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F2937"/>
                </a:solidFill>
                <a:latin typeface="微软雅黑"/>
              </a:rPr>
              <a:t>单一职责、代码复用、信息隐藏，是后面所有架构的地基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下一讲：多文件编程 —— 函数太多，一个文件装不下，把它们按职责拆进 .h / .c（第4讲）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