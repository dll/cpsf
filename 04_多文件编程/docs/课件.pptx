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0F766E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第4讲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600" b="1" i="0">
                <a:solidFill>
                  <a:srgbClr val="1F2937"/>
                </a:solidFill>
                <a:latin typeface="微软雅黑"/>
              </a:rPr>
              <a:t>多文件编程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0F766E"/>
                </a:solidFill>
                <a:latin typeface="微软雅黑"/>
              </a:rPr>
              <a:t>给代码分个家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61188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40480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第3讲把代码收进了函数，可函数一多，一个文件装不下：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几百行翻不到底，余额谁都能改，两人合改一个文件像打仗。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本讲给代码分个家——头文件当接口、源文件当实现、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static 把数据关进笼子，从此各改各的，互不打扰。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六级台阶的第三级 —— 从"一堆函数"到"一个模块"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50418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5041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779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第3讲我们学会了函数：代码有了名字，可以复用了。但函数一多，新的麻烦来了——一个文件几百行翻不到底，全局变量谁都能改。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本讲站上第三级台阶——模块：把函数按职责分进不同的 .h / .c，对外只暴露接口，内部细节藏起来。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1820"/>
            <a:ext cx="1589989" cy="84124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51815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39280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4335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131820"/>
            <a:ext cx="1589989" cy="84124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351815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639280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4335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131820"/>
            <a:ext cx="1589989" cy="84124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351815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639280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← 你在这里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4335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131820"/>
            <a:ext cx="1589989" cy="841248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351815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639280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第9-10讲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4335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131820"/>
            <a:ext cx="1589989" cy="841248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351815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639280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43357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131820"/>
            <a:ext cx="1589989" cy="841248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351815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639280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第13-14讲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92524"/>
            <a:ext cx="5419191" cy="1194053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192524"/>
            <a:ext cx="50292" cy="119405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75404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34306"/>
            <a:ext cx="4998567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第3讲：函数的声明、定义、调用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值传递的局限：改不了外面的变量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192524"/>
            <a:ext cx="5419191" cy="1194053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192524"/>
            <a:ext cx="50292" cy="1194053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375404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734306"/>
            <a:ext cx="4998567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第5讲：指针——把地址传进去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真正解决"值传递改不了原件"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模块 = 把一组函数 + 一份数据 装进一个"家"，门口挂上头文件当招牌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函数有了名字，但"住"的问题还没解决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360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17360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2846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第3讲：单文件的日子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22846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第4讲：多文件的秩序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49093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atm_func.c 一个文件 250+ 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694813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649093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4 个 .c + 3 个 .h，各管一摊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694813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842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余额 g_balance 全程序可见，谁都能改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972562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926842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余额 s_balance 仅 account.c 可见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972562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04591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想借用菜单功能？只能从代码里抠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250311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204591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拿走 menu.c + menu.h 就能用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250311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48234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两个人同时改一个文件，冲突不断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3" y="3528060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348234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张三改 account.c，李四改 menu.c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15303" y="3528060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851529"/>
            <a:ext cx="3564026" cy="1143762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851529"/>
            <a:ext cx="50292" cy="114376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34409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痛点① 文件太长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93311"/>
            <a:ext cx="314340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函数挤在一起，翻屏找半天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改一处要通读全篇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3851529"/>
            <a:ext cx="3564026" cy="1143762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3834" y="3851529"/>
            <a:ext cx="50292" cy="11437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6714" y="4034409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痛点② 数据裸奔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6714" y="4393311"/>
            <a:ext cx="314340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全局变量谁都能改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改乱了找不到责任人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9028" y="3851529"/>
            <a:ext cx="3564026" cy="11437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9028" y="3851529"/>
            <a:ext cx="50292" cy="11437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1908" y="4034409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痛点③ 没法协作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1908" y="4393311"/>
            <a:ext cx="314340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两人共改一个文件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合并代码就是一场灾难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96458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一句话：函数解决了"代码重复"，多文件要解决的是"代码住哪儿、谁看得见"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本讲把"一坨代码"拆成"几个各司其职的模块"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核心一：头文件与源文件的分工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头文件是菜单（接口），源文件是厨房（实现）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4136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74136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9622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头文件 .h —— 对外接口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79622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源文件 .c —— 内部实现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1684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放函数声明、类型定义、宏定义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262568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21684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放函数定义（真正的代码）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262568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9459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告诉你"有什么菜、怎么点"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540317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49459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菜在这里做，怎么做的不用外传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540317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7234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别人 #include 它就能调用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818066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77234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每个函数全项目只定义一次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818066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141535"/>
            <a:ext cx="5990984" cy="228193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3141535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196399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menu.h：只声明"能做什么"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606050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#ifndef MENU_H    /* 头文件保护 */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80442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#define MENU_H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00279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201172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show_welcome(void);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399546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show_menu(void);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597920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int  read_choice(void);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79629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99466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#endif /* MENU_H */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77368" y="3141535"/>
            <a:ext cx="4865686" cy="228600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77368" y="3141535"/>
            <a:ext cx="50292" cy="2286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0248" y="3324415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⚠️ 为什么不把定义也放头文件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0248" y="3683317"/>
            <a:ext cx="4445062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如果函数体也写进头文件，又被多个 .c 包含，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链接器就会发现"同一个函数定义了好几遍"，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直接报错：multiple definition。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所以规矩只有两条：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声明放头文件（可以被重复包含）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定义放源文件（全项目只写一份）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声明管"通不通"（能不能编译），定义管"有没有"（能不能链接）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核心二：头文件保护 #ifndef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井号 ifndef / 井号 define / 井号 endif —— 一道一次性门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4134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34134"/>
            <a:ext cx="50292" cy="967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701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🚪 为什么需要保护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5915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include 的本质是"把头文件内容整段粘到这里"。同一个头文件被间接包含两次，里面的类型定义就会重复，编译器直接报错。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3042"/>
            <a:ext cx="5990984" cy="208356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003042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57906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utils.h：标准三件套（真实源码）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67557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#ifndef UTILS_H   /* 没定义过 UTILS_H 吗？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65931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#define UTILS_H   /* 那就定义它，然后处理内容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64305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62679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print_success(const char* op, double amount, double balance);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61053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print_error(const char* msg);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59427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57801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#endif  /* UTILS_H —— 保护结束 */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7368" y="3003042"/>
            <a:ext cx="4865686" cy="23317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77368" y="3003042"/>
            <a:ext cx="50292" cy="2331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0248" y="3185922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🔑 一道"一次性门"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248" y="3544824"/>
            <a:ext cx="4445062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① 第一次包含：UTILS_H 没定义 → 定义它，内容生效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② 第二次包含：UTILS_H 已定义 → 整段被跳过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③ 结果：无论被包含几次，内容只处理一次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命名规范：文件名大写 + 下划线，全项目不重名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· menu.h → MENU_H   · account.h → ACCOUNT_H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加保护不是仪式：类型定义重复 = 编译报错，这是必须挡住的坑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核心三：static 的两种用法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一个关键字，两种完全不同的意思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426464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函数内的 static（函数级）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481328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函数外的 static（文件级）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01952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static int count = 0; 写在函数里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1947672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901952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static double s_balance = 1000.0;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1947672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179701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只初始化一次，跨调用保留上次的值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225421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179701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只在本 .c 文件内可见，别人 extern 也拿不到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225421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45745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作用域仍限于函数内 —— 保持状态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503170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45745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核心价值 —— 信息隐藏，把数据关进笼子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503170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2826639"/>
            <a:ext cx="5990984" cy="248031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2826639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881503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两种 static，差别在"住哪儿"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29115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用法一：函数级 —— 保持状态 */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48952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counter(void)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687902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86276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static int count = 0;   /* 只初始化一次 */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4650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count++;                /* 每次调用都接着上次算 */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28302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48139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679772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用法二：文件级 —— 限制可见范围 */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878146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static double s_balance = 1000.0;   /* 仅 account.c 可见 */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77368" y="2826639"/>
            <a:ext cx="4865686" cy="2487168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77368" y="2826639"/>
            <a:ext cx="50292" cy="2487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0248" y="3009519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🔒 从 g_balance 到 s_balance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0248" y="3368421"/>
            <a:ext cx="4445062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第3讲：double g_balance = 1000.0;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　　　→ 全程序可见，10 个函数都能改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第4讲：static double s_balance = 1000.0;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　　　→ 只在本文件可见，安全多了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差一个 static，差在"谁能碰它"。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外部想查余额？只能调 account_get_balance()。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把全局变量关进笼子：数据私有化，只暴露操作接口 —— 就像银行金库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核心四：编译单元与链接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一行 gcc 命令背后，是四个阶段 + 两个角色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9054"/>
            <a:ext cx="2540431" cy="86868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81390"/>
            <a:ext cx="2357551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① 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60917"/>
            <a:ext cx="2357551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展开 #include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执行宏替换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16503" y="214452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9967" y="1829054"/>
            <a:ext cx="2540431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1407" y="1981390"/>
            <a:ext cx="2357551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② 编译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407" y="2260917"/>
            <a:ext cx="2357551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语法/类型检查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生成汇编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7831" y="214452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1295" y="1829054"/>
            <a:ext cx="2540431" cy="8686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2735" y="1981390"/>
            <a:ext cx="2357551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③ 汇编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260917"/>
            <a:ext cx="2357551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汇编转机器码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每个 .c 出一个 .o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19159" y="214452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02623" y="1829054"/>
            <a:ext cx="2540431" cy="8686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4063" y="1981390"/>
            <a:ext cx="2357551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④ 链接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4063" y="2260917"/>
            <a:ext cx="2357551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拼接所有 .o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解决跨文件引用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1719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0439" y="291719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97205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编译器：逐文件检查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3319" y="297205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链接器：跨文件接线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92678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一次只看一个 .c 文件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3" y="3438398"/>
            <a:ext cx="68580" cy="1231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3319" y="3392678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把多个 .o 拼成一个可执行文件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5303" y="3438398"/>
            <a:ext cx="68580" cy="1231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662172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见到声明就放行，不找定义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3" y="3707891"/>
            <a:ext cx="68580" cy="1231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3319" y="3662172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main.o 里的调用，去 menu.o 找定义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5303" y="3707891"/>
            <a:ext cx="68580" cy="1231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931666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负责语法、类型、声明的检查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3" y="3977385"/>
            <a:ext cx="68580" cy="1231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319" y="3931666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找不到定义 → undefined reference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5303" y="3977385"/>
            <a:ext cx="68580" cy="1231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4420616"/>
            <a:ext cx="11094415" cy="91922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420616"/>
            <a:ext cx="50292" cy="91922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603496"/>
            <a:ext cx="1067379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C2410C"/>
                </a:solidFill>
                <a:latin typeface="微软雅黑"/>
              </a:rPr>
              <a:t>💡 关键理解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930648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编译器靠声明就能编过；定义在哪，才是链接器的活 —— 这就是 .h 与 .c 能分家的原因。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漏掉一个 .c，编译照样过 —— 直到链接器喊出 undefined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核心五：接口与实现分离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对外只讲"能做什么"，内部才知道"怎么做"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291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291"/>
            <a:ext cx="50292" cy="967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171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📐 一句话说清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0072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接口 = 头文件 = 声明，告诉外部"能做什么"；实现 = 源文件 = 定义，写清内部"怎么做"。外部只依赖接口，不依赖实现。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97199"/>
            <a:ext cx="3490874" cy="9601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95255"/>
            <a:ext cx="3307994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好处① 实现可换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82"/>
            <a:ext cx="3307994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余额从单变量改成数组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只要接口不变，main 一行不改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66946" y="3358387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0410" y="2997199"/>
            <a:ext cx="3490874" cy="9601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1850" y="3195255"/>
            <a:ext cx="3307994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好处② 降低耦合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1850" y="3474782"/>
            <a:ext cx="3307994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main.c 只依赖 account.h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改 account.c 不影响别人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8716" y="3358387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2180" y="2997199"/>
            <a:ext cx="3490874" cy="9601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3620" y="3195255"/>
            <a:ext cx="3307994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好处③ 团队协作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3620" y="3474782"/>
            <a:ext cx="3307994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张三写 account.c</a:t>
            </a:r>
          </a:p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李四写 menu.c，互不干扰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95063"/>
            <a:ext cx="11094415" cy="114554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95063"/>
            <a:ext cx="50292" cy="11455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77943"/>
            <a:ext cx="1067379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766E"/>
                </a:solidFill>
                <a:latin typeface="微软雅黑"/>
              </a:rPr>
              <a:t>🧭 封装的放大：函数 → 模块 → 库 → 框架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509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第3讲封装"代码片段"，第4讲封装"一组函数 + 一份数据"，第9讲把模块编译成库，第12讲把系统封装成框架 —— 每一步都在做同一件事：接口留外面，实现藏里面。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接口不变，实现随便换 —— 这是软件工程里最值钱的一句话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原理深入：谁在替我们跨文件接线？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编译期靠声明，链接期靠定义 —— 两个角色，各管一段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67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🧠 先给结论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main.c 调用 show_menu() 时，编译器只要在 menu.h 里见到声明就放行；真正确认它存在的，是链接器。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95372"/>
            <a:ext cx="5769095" cy="193929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595372"/>
            <a:ext cx="576909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650236"/>
            <a:ext cx="543991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调用方：只看得到声明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59887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main.c：见到声明就敢调用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67278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#include "menu.h"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74669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main(void)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82060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89451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show_menu();   /* 定义在 menu.c，编译器不关心 */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096842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5479" y="2595372"/>
            <a:ext cx="5087575" cy="193929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5479" y="2595372"/>
            <a:ext cx="508757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071" y="2650236"/>
            <a:ext cx="475839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链接器：找不到定义就报错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071" y="3059887"/>
            <a:ext cx="475839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漏掉 menu.c 的后果 */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071" y="3267278"/>
            <a:ext cx="475839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gcc main.c -o atm.exe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071" y="3474669"/>
            <a:ext cx="475839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ld: undefined reference to `show_menu'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071" y="3682060"/>
            <a:ext cx="475839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071" y="3889451"/>
            <a:ext cx="475839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编译期：有声明就过关 */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071" y="4096842"/>
            <a:ext cx="475839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链接期：找不到定义，立刻报错 */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17542"/>
            <a:ext cx="11094415" cy="9192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17542"/>
            <a:ext cx="50292" cy="9192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00422"/>
            <a:ext cx="1067379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B91C1C"/>
                </a:solidFill>
                <a:latin typeface="微软雅黑"/>
              </a:rPr>
              <a:t>⚠️ 记住这个区分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27574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所以 undefined reference 是链接错误，不是编译错误 —— 它说明"名字见过了，机器码没找到"。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编译期问"名字对不对"，链接期问"东西在不在" —— 这就是分文件能成立的原理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对比与辨析：单文件 vs 多文件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同一个 ATM，换一种组织方式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994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80994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6480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第3讲：单文件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86480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第4讲：多文件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542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所有函数挤在 atm_func.c 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331148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28542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main / menu / account / utils 各管一摊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331148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6317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余额是全局变量，谁都能改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608897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56317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余额 static 藏进 account.c，只能走接口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608897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4092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想复用菜单？从一大坨代码里抠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886646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84092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复用菜单模块？拿走 menu.c + menu.h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886646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301555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338131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3650" y="333813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第3讲 单文件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2360" y="333813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第4讲 多文件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13035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749611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文件数量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3650" y="374961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1 个 .c 文件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2360" y="374961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4 个 .c + 3 个 .h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24515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161091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余额可见性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3650" y="416109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g_balance 全程序可见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2360" y="416109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s_balance 仅 account.c 可见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35995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572571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修改影响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3650" y="457257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改一处可能碰到无关代码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2360" y="457257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改 menu.c 不动 account.c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47475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984051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复用方式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3650" y="498405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抠函数、复制粘贴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2360" y="4984051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拿走 .c + .h 就能用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多文件不是为了少写代码，而是为了让代码"各有各的门牌号"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src/account.h 接口 + src/account.c 实现（static 藏数据）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103430" cy="267868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510343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47742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account.h：只有接口，没有数据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#ifndef ACCOUNT_H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9353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#define ACCOUNT_H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87727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86101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  account_query(void);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84475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  account_deposit(void);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2849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  account_withdraw(void);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81223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  account_transfer(void);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79597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double account_get_balance(void);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77971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676345"/>
            <a:ext cx="477424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#endif /* ACCOUNT_H */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89814" y="1426464"/>
            <a:ext cx="5753240" cy="307543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89814" y="1426464"/>
            <a:ext cx="575324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4406" y="1481328"/>
            <a:ext cx="54240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account.c：数据藏在里面，只留接口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4406" y="1890979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static double s_balance = 1000.0;   /* 私有：仅本文件可见 */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4406" y="2089353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static int validate_amount(double amount);  /* 私有助手 */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4406" y="2287727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4406" y="2486101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double account_get_balance(void)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4406" y="2684475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4406" y="2882849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return s_balance;   /* 只读窗口：能查，不能改 */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4406" y="3081223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4406" y="3279597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void account_deposit(void)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4406" y="3477971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4406" y="3676345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s_balance = s_balance + amount;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4406" y="3874719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print_success("存入", amount, s_balance);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4406" y="4073093"/>
            <a:ext cx="542405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48200"/>
            <a:ext cx="11094415" cy="919226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648200"/>
            <a:ext cx="50292" cy="91922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31080"/>
            <a:ext cx="1067379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5803D"/>
                </a:solidFill>
                <a:latin typeface="微软雅黑"/>
              </a:rPr>
              <a:t>📊 这就是"信息隐藏"落地的样子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158232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外部（main.c）看不到 s_balance，也碰不到 validate_amount；想查余额、想存钱，只能走 account.h 上挂着的接口函数。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运行演示：真实编译与运行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4 个 .c 一起编译、链接、运行 —— 输出全部来自真实运行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5239"/>
            <a:ext cx="6656649" cy="359841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85239"/>
            <a:ext cx="6656649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0103"/>
            <a:ext cx="632746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终端实录（真实输出，未删改）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49754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gcc -Wall main.c menu.c account.c utils.c -o atm_multi.exe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7145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printf '1\n2\n500\n3\n200\n0\n' | ./atm_multi.exe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64536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========================================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71927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 欢迎使用 CCIT ATM 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79318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【查询余额】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86709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您当前的账户余额为：1000.00 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94100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【存款业务】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01491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请输入存款金额：✅ 操作成功！存入 500.00 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08882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当前余额：1500.00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16273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【取款业务】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23664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请输入取款金额：✅ 操作成功！取出 200.00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31055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当前余额：1300.00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38446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感谢使用 CCIT ATM 系统，再见！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945837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echo $?   →  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43033" y="1785239"/>
            <a:ext cx="4200022" cy="331012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033" y="1785239"/>
            <a:ext cx="50292" cy="33101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5913" y="1968119"/>
            <a:ext cx="37793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5913" y="2327020"/>
            <a:ext cx="3779398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① 4 个 .c 一起编译，-Wall 零警告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② 编译器逐文件编过，链接器把 4 个 .o 接起来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③ 菜单来自 menu 模块，业务来自 account 模块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④ 余额 1000 → 1500 → 1300，全由接口函数完成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⑤ main.c 里看不到 s_balance，却能正常查改余额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⑥ 退出码 0：链接成功、运行正常、状态闭环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account.h / account.c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六级台阶的第三级：模块 —— 函数第一次有了"门牌号"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框架。第3讲把代码收进了函数，本讲把函数收进了模块：从此"接口"和"实现"第一次分家，后面每一级都在这条分界线上生长。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8450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72161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59626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5391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38450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72161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59626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5391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38450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72161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59626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5391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38450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72161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59626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第9-10讲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5391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38450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72161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59626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5391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38450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72161"/>
            <a:ext cx="140710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59626"/>
            <a:ext cx="1407109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第13-14讲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26586"/>
            <a:ext cx="5419191" cy="159639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26586"/>
            <a:ext cx="50292" cy="159639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09466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68368"/>
            <a:ext cx="4998567" cy="871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头文件当接口、源文件当实现，第一次真正分家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static 把数据关进笼子，只暴露操作接口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编译单元 + 链接器：模块能被单独编译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这正是后面"静态库"能成立的前提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26586"/>
            <a:ext cx="5419191" cy="159639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26586"/>
            <a:ext cx="50292" cy="15963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09466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下一讲接着做什么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68368"/>
            <a:ext cx="4998567" cy="871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第5讲用指针补上"值传递改不了原件"的短板；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第7、8讲把数据打包成结构体和链表；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第9讲把模块编译成 .a 静态库——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"接口与实现分离"第一次变成"成品"。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模块是"接口与实现分离"第一次真正落地 —— 库、插件、框架都从这里长出来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8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50292" cy="1417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思考题 ①：为什么需要头文件保护？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1749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每个头文件开头都有"井号 ifndef / 井号 define / 井号 endif"这三件套，这叫头文件保护。不加会怎样？会出什么错？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提示：include 的本质是文本复制粘贴；想一想"函数声明重复"和"类型定义重复"，编译器的反应一样吗？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85032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85032"/>
            <a:ext cx="50292" cy="145389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67912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②：static 在函数内和文件内的区别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26814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static 是"一个关键词、两种含义"的代表：写在函数内部的 static，和写在函数外面的 static，意思完全不同。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提示：分别从生命周期（什么时候生、什么时候死）和作用域（哪里看得见）去对比；再想想第3讲的 g_balance 和第4讲的 s_balance 差在哪。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83917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83917"/>
            <a:ext cx="50292" cy="240106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679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解答 ①：一道一次性门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5698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include 就是把头文件内容原样粘过来；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同一个头文件被间接包含两次很常见，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内容就会出现两份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函数声明重复一般不报错，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但 struct / enum / 宏重复定义直接编译失败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加了保护：第一次包含时定义宏，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再包含时宏已存在，整段被跳过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于是"不管包含几次，内容只处理一次"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383917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383917"/>
            <a:ext cx="50292" cy="24010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56679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②：一个管状态，一个管范围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925698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函数内 static：只初始化一次，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跨调用保留上次的值（像计数器本子）；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生命周期到程序结束，作用域仍限本函数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函数外 static：只在本 .c 内可见，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别的文件 extern 也拿不到（信息隐藏）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两者生命周期相同——都活到程序结束；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差别在用途：一个"记住状态"，一个"藏起来"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g_balance → s_balance，差的正是可见范围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头文件保护管"编译过不过"，static 管"别人碰不碰得到"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两题进阶：从编译链接，谈到接口与实现分离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90141"/>
            <a:ext cx="11094415" cy="1696974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90141"/>
            <a:ext cx="50292" cy="169697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73021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③：编译器和链接器各自做了什么？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31922"/>
            <a:ext cx="10673791" cy="972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我们敲下 gcc main.c menu.c account.c utils.c -o atm.exe 只有一行，但编译器和链接器各自忙了半天。编译器编译 main.c 时，知道 show_menu 在哪吗？为什么非要有一个链接器？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提示：想一想编译器一次只看一个 .c；如果忘了把 menu.c 写进命令，哪一步会报错？undefined reference 到底算编译错误还是链接错误？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24859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24859"/>
            <a:ext cx="50292" cy="145389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7739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④：接口与实现分离的好处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66641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我们把头文件叫"接口"、源文件叫"实现"，说它们必须"分离"。为什么不分离就不行？分离了到底好在哪里？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提示：假设 account.c 里余额要从单个变量改成数组存多个账户，main.c 需要改吗？再想想团队协作时，张三改 account.c，李四要不要跟着改 main.c。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这两题想透了，第9讲"静态库"就只是换个打包方式而已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一个讲"两个角色的分工"，一个讲"分离带来的自由"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83917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83917"/>
            <a:ext cx="50292" cy="24010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679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③：检查 vs 接线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5698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编译器：一次只看一个 .c，做预处理、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语法分析、类型检查，生成目标文件 .o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它看到 show_menu() 时只查"有没有声明"，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（声明来自 menu.h），不关心定义在哪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链接器：把多个 .o 拼在一起，建符号表，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 main.o 里"待链接"的调用接到 menu.o 的定义上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漏写 menu.c → 编译照过，链接报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undefined reference，所以它是链接错误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383917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383917"/>
            <a:ext cx="50292" cy="240106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56679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④：接口不变，实现随便换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925698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不分离的代价：调用者被迫知道实现细节，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改实现就可能改调用者，一改带出一串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好处一，实现可替换——余额从单变量改成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数组，只要 account.h 签名不变，main.c 一行不改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好处二，降低耦合——main.c 只依赖接口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好处三，团队协作——各改各的 .c 互不干扰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好处四，信息隐藏——static 把内部细节藏起来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好处五，编译隔离——只重编改过的那个 .c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模块把"能做什么"挂门口，把"怎么做"锁在屋里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第4讲 多文件编程 —— 给代码分个家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第4讲 多文件编程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67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多文件编程 = 按职责拆分代码 + 头文件当接口 + static 做信息隐藏，让代码更安全、更好维护、更容易复用。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13660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5023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65023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203" y="265023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25140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6171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06171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多文件的动机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203" y="306171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文件太长、全局变量太危险、不好复用、没法协作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36620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47319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47319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.h 与 .c 分工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203" y="347319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头文件是菜单（声明），源文件是厨房（定义）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8100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8467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388467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头文件保护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1203" y="388467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井号 ifndef / 井号 define / 井号 endif，保证内容只处理一次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59580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29615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29615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static 两种用法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1203" y="429615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函数级 = 保持状态；文件级 = 信息隐藏，把数据关进笼子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71060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70763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70763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编译与链接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203" y="470763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编译器逐文件检查声明，链接器跨文件接线找定义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82540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11911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11911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接口与实现分离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203" y="511911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对外只暴露"能做什么"，内部"怎么做"藏起来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下一讲：指针 —— 值传递改不了外面的变量，那就把变量地址传进去（第5讲）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