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0"/>
            <a:ext cx="8168335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2410C"/>
                </a:solidFill>
                <a:latin typeface="微软雅黑"/>
              </a:rPr>
              <a:t>从程序员到架构师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5569"/>
                </a:solidFill>
                <a:latin typeface="微软雅黑"/>
              </a:rPr>
              <a:t>C语言插件框架演进之旅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82296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475569"/>
                </a:solidFill>
                <a:latin typeface="微软雅黑"/>
              </a:rPr>
              <a:t>第5讲 / 共 14 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从一行 printf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到软件体系的插件框架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783080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600" b="1" i="0">
                <a:solidFill>
                  <a:srgbClr val="1F2937"/>
                </a:solidFill>
                <a:latin typeface="微软雅黑"/>
              </a:rPr>
              <a:t>指针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9260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C2410C"/>
                </a:solidFill>
                <a:latin typeface="微软雅黑"/>
              </a:rPr>
              <a:t>打通任督二脉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3611880"/>
            <a:ext cx="5852160" cy="27432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8404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第4讲把代码拆进了多个文件，可余额还是全局变量——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像"公共牧场"，谁都能进来踩一脚，改乱了找谁？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本讲给数据发一张"门牌号"：把地址交给谁，谁才有权改。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还会第一次见到函数指针——那是插件的钥匙。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知识图谱：本讲站在哪里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第②级"函数"台阶的深水区 —— 把地基夯到最实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5073"/>
            <a:ext cx="11094415" cy="124434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5073"/>
            <a:ext cx="50292" cy="124434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17953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🎯 本讲定位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76854"/>
            <a:ext cx="10673791" cy="519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前面四讲一路向上：表达式、控制结构、函数封装、多文件编程。可是"余额"这个数据还挂在全局区，谁都能改。本讲沉到语言最底层，先弄明白"变量住在哪、地址是什么"，再把这套能力反过来喂给上面所有台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← 本讲深挖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 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223003"/>
            <a:ext cx="5419191" cy="1210818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223003"/>
            <a:ext cx="50292" cy="121081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405883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⬅ 前置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764785"/>
            <a:ext cx="4998567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第3讲：值传递的局限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第4讲：全局变量谁都能改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4223003"/>
            <a:ext cx="5419191" cy="121081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4223003"/>
            <a:ext cx="50292" cy="121081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405883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➡ 后续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764785"/>
            <a:ext cx="4998567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第6讲：数组名就是指针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第12-13讲：函数指针撑起插件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本讲把"地址"这件底层武器交到你手里：谁授权，谁才能改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上一讲的"痛"，本讲要解决什么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多文件的边界划好了，数据的所有权还没划清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9171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229171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4657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第4讲：已经做到的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234657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第5讲：要补上的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6720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代码拆成多个文件，各管一摊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812923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76720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余额收进 main，只做局部变量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812923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5320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头文件写接口，源文件写实现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3098927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305320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谁要改余额，必须"传地址"授权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3098927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33921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全局变量让余额被所有函数共享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3384931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333921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const 只读保护 + NULL 防御检查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3384931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16655"/>
            <a:ext cx="50292" cy="116052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坑一：数据谁都能改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g_balance 挂在全局区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任何函数进来踩一脚都算合法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834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3834" y="3716655"/>
            <a:ext cx="50292" cy="116052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6714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坑二：依赖看不出来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6714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函数参数写着 void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却偷偷用了外面的数据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9028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9028" y="3716655"/>
            <a:ext cx="50292" cy="116052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1908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坑三：函数搬不走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908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依赖全局变量的函数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换个程序就得连变量一起搬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8349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一句话：值传递只给"复印件"，改不到原件；本讲改传"钥匙"（地址）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指针让函数能改调用者的变量，而且改得明明白白、有据可查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地址与指针变量：给数据发一张"门牌号"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内存像一栋大楼，每个字节都有自己的编号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41957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41957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24837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🏨 内存是酒店，地址是门牌号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83738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程序运行时，数据都住在内存里。内存像一栋超大的酒店：每个房间有房间号（地址），房间里住着数据。找一个人不必知道他的名字，只要知道他在哪个房间就行——这就是指针的全部秘密。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70707"/>
            <a:ext cx="5990984" cy="177698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370707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425571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指针变量存的不是数据，是地址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835222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int  a = 42;      /* 普通变量：屋里住着 42  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051630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268038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int* p = &amp;a;      /* 指针变量：屋里放着 a 的门牌 */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484446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printf("%p", (void*)&amp;a);   /* 0x7ffd…c */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700854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printf("%p", (void*)p);    /* 0x7ffd…c  一样 */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77368" y="3370707"/>
            <a:ext cx="4865686" cy="185623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77368" y="3370707"/>
            <a:ext cx="50292" cy="18562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0248" y="3553587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🔑 记住这三件事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0248" y="3912489"/>
            <a:ext cx="4445062" cy="1131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a 有名字、地址、值，三样分得清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p 自己也有地址和值，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只是它的值恰好是 a 的门牌号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有了地址，"改数据"的权限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就能按需授权给某一个函数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指针就是地址：指针变量是一个专门用来存地址的变量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两个核心操作：取地址 &amp; 与解引用 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一个是问"你住哪"，一个是"按地址找上门"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5699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85699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1185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取地址 &amp;（从变量到地址）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91185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解引用 *（从地址到变量）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248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int* p = &amp;a;  取到 a 的地址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378202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33248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*p 取出 p 指向的那个变量的值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378202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61848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&amp;a 读作"取地址a"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664206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61848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*p 读作"星号p"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664206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90449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相当于问："a 住在哪个房间？"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950210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90449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相当于："按门牌找过去，开门看"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950210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318510"/>
            <a:ext cx="6434760" cy="199339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318510"/>
            <a:ext cx="6434760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373374"/>
            <a:ext cx="61055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解引用既能"读"也能"写"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3783025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int a = 42;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3999433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int* p = &amp;a;      /* p 记住 a 的门牌 */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4215841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432249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printf("%d\n", *p);  /* 42：按地址读到了 a 的值 */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648657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FB0C9"/>
                </a:solidFill>
                <a:latin typeface="Consolas"/>
              </a:rPr>
              <a:t>*p = 100;             /* 按地址把 a 改成 100 */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865065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printf("%d\n", a);   /* 100：a 真的被改了 */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21144" y="3318510"/>
            <a:ext cx="4421910" cy="192024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21144" y="3318510"/>
            <a:ext cx="50292" cy="19202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4024" y="3501390"/>
            <a:ext cx="4001286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🔁 互逆关系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4024" y="3860292"/>
            <a:ext cx="4001286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&amp; 和 * 是一对互逆操作：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*&amp;a 还是 a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&amp;*p 还是 p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先取地址再解引用，回到原变量。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&amp; 把变量换成地址，* 把地址换回变量 —— 一转一还，进退自如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指针作为函数参数：为什么能改到实参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值传递给的是复印件，指针传递给的是钥匙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436263" cy="256146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5436263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5107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同一个需求，两种传参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值传递：改的是副本 */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098370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add_one(int x) { x = x + 1;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05761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int a = 10;  add_one(a);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13152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a 还是 10 —— 原件纹丝不动 */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20543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27934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指针传递：改的是原件 */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35325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add_one(int* p) { *p = *p + 1;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42716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add_one(&amp;a);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550107"/>
            <a:ext cx="51070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a 变成 11 —— 原件被改了 */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647" y="1426464"/>
            <a:ext cx="5420407" cy="208356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647" y="1426464"/>
            <a:ext cx="5420407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7239" y="1481328"/>
            <a:ext cx="509122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DBA74"/>
                </a:solidFill>
                <a:latin typeface="微软雅黑"/>
              </a:rPr>
              <a:t>地址交出去，函数就能摸到原件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7239" y="1890979"/>
            <a:ext cx="50912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main()              add_one()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7239" y="2089353"/>
            <a:ext cx="50912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┌──────────┐        ┌──────────┐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239" y="2287727"/>
            <a:ext cx="50912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a = 10   │        │ p = &amp;a   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7239" y="2486101"/>
            <a:ext cx="50912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&amp;a=0x..c │──地址→ │ *p = 10  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7239" y="2684475"/>
            <a:ext cx="50912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         │←─修改─ │ *p = 11  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7239" y="2882849"/>
            <a:ext cx="50912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a = 11 ✓ │        └──────────┘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239" y="3081223"/>
            <a:ext cx="50912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└──────────┘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207383"/>
            <a:ext cx="11094415" cy="1177290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207383"/>
            <a:ext cx="50292" cy="117729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390263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💡 一句话点破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749165"/>
            <a:ext cx="10673791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关键不在"复制了地址"这件事，而在于地址指向的还是同一个变量。函数看不到 balance 这个名字，却能顺着地址找到它、改掉它——"不需要知道你的名字，只要知道你的地址"。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指针参数的本质：把"改数据的权限"显式地交给被调用的函数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指针与数组：数组名就是首元素地址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arr[i] 只是 *(arr + i) 的语法糖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📌 一个等价关系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在 C 语言里，数组名在表达式中会"退化"成指向首元素的指针：arr 的值就是 &amp;arr[0]。所以 arr[i] 和 *(arr + i) 完全等价，编译器内部就是这么算地址的。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55214"/>
            <a:ext cx="6101928" cy="22098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855214"/>
            <a:ext cx="6101928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910078"/>
            <a:ext cx="57727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下标写法与指针写法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9729"/>
            <a:ext cx="5772744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int arr[5] = {10, 20, 30, 40, 50};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536137"/>
            <a:ext cx="5772744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int* p = arr;          /* 等价 int* p = &amp;arr[0] */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752545"/>
            <a:ext cx="5772744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968953"/>
            <a:ext cx="5772744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FB0C9"/>
                </a:solidFill>
                <a:latin typeface="Consolas"/>
              </a:rPr>
              <a:t>*p       →  10     就是 arr[0]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185361"/>
            <a:ext cx="5772744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FB0C9"/>
                </a:solidFill>
                <a:latin typeface="Consolas"/>
              </a:rPr>
              <a:t>*(p+1)   →  20     就是 arr[1]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401769"/>
            <a:ext cx="5772744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FB0C9"/>
                </a:solidFill>
                <a:latin typeface="Consolas"/>
              </a:rPr>
              <a:t>*(p+2)   →  30     就是 arr[2]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618177"/>
            <a:ext cx="5772744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arr[2]   ==  *(arr+2)   /* 完全等价 */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88312" y="2855214"/>
            <a:ext cx="4754742" cy="1160526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88312" y="2855214"/>
            <a:ext cx="50292" cy="116052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71192" y="3038094"/>
            <a:ext cx="433411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p + 1 加的是几个字节？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1192" y="3396996"/>
            <a:ext cx="4334118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不是 1 字节，而是一个 int 的步长 4 字节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指针类型决定"前进一步"跨多远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88312" y="4162044"/>
            <a:ext cx="4754742" cy="1160526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88312" y="4162044"/>
            <a:ext cx="50292" cy="116052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71192" y="4344924"/>
            <a:ext cx="433411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数组名等于指针变量吗？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71192" y="4703826"/>
            <a:ext cx="4334118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不等价：arr 是地址常量，不能 arr++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p 是变量，可以 p++ 到处走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数组名是"钉在墙上的门牌"，指针是"拿在手上的门牌"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函数指针：插件的钥匙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数据指针指向变量，函数指针指向函数的入口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2758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🔑 函数也是一种数据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函数也有地址——它的机器码放在代码区，有一个入口地址。把函数的地址存进指针，函数就能像数据一样被赋值、当参数传、放进数组里。这正是第12、13讲接口抽象与插件框架的地基。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55214"/>
            <a:ext cx="6101928" cy="256146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855214"/>
            <a:ext cx="6101928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910078"/>
            <a:ext cx="57727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函数指针：把函数当数据用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9729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声明一个函数指针类型：指向 void f(double*)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527120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(*op)(double*);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734511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941902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op = deposit;        /* 让它指向 deposit 函数 */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149293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op(&amp;balance);        /* 等价 deposit(&amp;balance) */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56684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564075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函数指针数组：把功能"摆成一排" */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771466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(*table[])(double*) = { NULL, query, deposit };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978857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table[1](&amp;balance);  不用 switch，直接查表 */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88312" y="2855214"/>
            <a:ext cx="4754742" cy="116052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88312" y="2855214"/>
            <a:ext cx="50292" cy="116052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1192" y="3038094"/>
            <a:ext cx="433411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从 switch 到查表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1192" y="3396996"/>
            <a:ext cx="4334118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每加一个功能都要改 switch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改成函数指针表，加功能只登记一行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88312" y="4162044"/>
            <a:ext cx="4754742" cy="1160526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88312" y="4162044"/>
            <a:ext cx="50292" cy="116052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71192" y="4344924"/>
            <a:ext cx="433411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再接一步就是插件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71192" y="4703826"/>
            <a:ext cx="4334118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把函数指针放进链表节点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注册即拥有，新功能零改主程序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今天学数据指针，记住函数指针 —— 第12、13讲的钥匙已经在你手里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原理深入：内存四区与指针的边界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指针能指向哪里，取决于那块内存在哪个区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05940"/>
            <a:ext cx="5547207" cy="307543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05940"/>
            <a:ext cx="5547207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860804"/>
            <a:ext cx="521802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DBA74"/>
                </a:solidFill>
                <a:latin typeface="微软雅黑"/>
              </a:rPr>
              <a:t>四区一览（第5讲终于看懂了）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70455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┌───────────────────────────┐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68829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代码区 Text  函数的机器指令 │ 只读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667203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├───────────────────────────┤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865577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全局区 Data  全局/静态变量  │ 全程在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63951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           第3讲 g_balance │ 这里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62325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├───────────────────────────┤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60699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栈区 Stack  局部变量/参数   │ 自动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59073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     ↑ 向上生长            │ 回收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57447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├───────────────────────────┤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55821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堆区 Heap   malloc 的内存   │ 手动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254195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│      ↓ 向下生长            │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452569"/>
            <a:ext cx="5218023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└───────────────────────────┘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33591" y="1805940"/>
            <a:ext cx="5309463" cy="401955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1607" y="1842516"/>
            <a:ext cx="948625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</a:rPr>
              <a:t>区域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9689" y="1842516"/>
            <a:ext cx="2010518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</a:rPr>
              <a:t>存什么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9664" y="1842516"/>
            <a:ext cx="1691950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</a:rPr>
              <a:t>生命周期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3591" y="2207895"/>
            <a:ext cx="5309463" cy="40195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2244471"/>
            <a:ext cx="948625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微软雅黑"/>
              </a:rPr>
              <a:t>代码区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9689" y="2244471"/>
            <a:ext cx="2010518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函数机器码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9664" y="2244471"/>
            <a:ext cx="1691950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程序运行期间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33591" y="2609850"/>
            <a:ext cx="5309463" cy="4019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1607" y="2646426"/>
            <a:ext cx="948625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微软雅黑"/>
              </a:rPr>
              <a:t>全局区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9689" y="2646426"/>
            <a:ext cx="2010518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全局/静态变量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9664" y="2646426"/>
            <a:ext cx="1691950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程序运行期间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3591" y="3011804"/>
            <a:ext cx="5309463" cy="40195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1607" y="3048380"/>
            <a:ext cx="948625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微软雅黑"/>
              </a:rPr>
              <a:t>栈区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9689" y="3048380"/>
            <a:ext cx="2010518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局部变量/参数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9664" y="3048380"/>
            <a:ext cx="1691950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调用到返回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33591" y="3413759"/>
            <a:ext cx="5309463" cy="4019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1607" y="3450335"/>
            <a:ext cx="948625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微软雅黑"/>
              </a:rPr>
              <a:t>堆区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9689" y="3450335"/>
            <a:ext cx="2010518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malloc 内存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9664" y="3450335"/>
            <a:ext cx="1691950" cy="328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微软雅黑"/>
              </a:rPr>
              <a:t>malloc 到 free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33591" y="4009644"/>
            <a:ext cx="5309463" cy="1353312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33591" y="4009644"/>
            <a:ext cx="50292" cy="13533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16471" y="4192524"/>
            <a:ext cx="48888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⚠️ 一条铁律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6471" y="4551426"/>
            <a:ext cx="4888839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栈上的变量，函数一返回就没了。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所以绝不能返回局部变量的地址——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这是指针最经典的坑。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指针不是万能的：它必须指向一块"还活着"的内存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对比与辨析：值传递 vs 指针传递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同一句调用，一个改不到、一个改得到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97557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797557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52421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值传递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852421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指针传递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73045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传的是变量的值的副本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318765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273045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传的是变量的地址（钥匙）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318765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5904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函数只能改副本，原件不动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604769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55904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顺着地址直接改原件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604769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4505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安全，但改不了调用者的变量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890773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84505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灵活，但要自己检查指针有效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890773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313937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50513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1762" y="3350513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第3-4讲 全局变量版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9528" y="3350513"/>
            <a:ext cx="466208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第5讲 指针版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725417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761993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余额在哪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1762" y="3761993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全局区，人人可见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9528" y="3761993"/>
            <a:ext cx="466208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main 局部变量，只有 main 能碰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136897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173473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函数签名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51762" y="4173473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deposit(void) 看不出依赖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9528" y="4173473"/>
            <a:ext cx="466208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deposit(double* p) 依赖写脸上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48377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584953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只读保护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1762" y="4584953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无从限制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89528" y="4584953"/>
            <a:ext cx="466208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const double* 编译器帮你拦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959857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996433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出错追溯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1762" y="4996433"/>
            <a:ext cx="421831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不知道是谁改的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9528" y="4996433"/>
            <a:ext cx="466208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谁拿了地址，参数列表里写着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显式依赖优于隐式依赖 —— 这是架构设计的第一原则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ATM 实战：本讲源码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src/pointer_atm.c —— 余额从全局区搬进 main 的栈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6434760" cy="297624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6434760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61055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pointer_atm.c：指针参数 + NULL 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int main(void)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098370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double balance = 1000.0;   /* 局部变量，不再全局 */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05761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13152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case 2: deposit(&amp;balance);   /* 传地址：授权修改 */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20543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case 1: query_balance(&amp;balance); /* 只读，加 const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27934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35325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42716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deposit(double* p_balance) {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550107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if (p_balance == NULL) { print_error("余额指针为空！"); return; 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757498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    *p_balance = *p_balance + amount;   /* 顺着地址改余额 */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964889"/>
            <a:ext cx="610557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603877"/>
            <a:ext cx="6434760" cy="942593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603877"/>
            <a:ext cx="50292" cy="94259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786757"/>
            <a:ext cx="6014136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📊 收获：依赖显式化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45659"/>
            <a:ext cx="6014136" cy="2179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函数参数从 void 变成 double*：依赖从"藏着的"变成"写出来的"。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1144" y="1426464"/>
            <a:ext cx="4421910" cy="131711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1144" y="1426464"/>
            <a:ext cx="4421910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85736" y="1481328"/>
            <a:ext cx="409272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函数声明：只读与可写一眼分清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85736" y="1890979"/>
            <a:ext cx="409272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query_balance(const double* p);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5736" y="2098370"/>
            <a:ext cx="409272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deposit(double* p);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5736" y="2305761"/>
            <a:ext cx="4092726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withdraw(double* p);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1144" y="2944749"/>
            <a:ext cx="4421910" cy="2103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221144" y="2944749"/>
            <a:ext cx="4421910" cy="36576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67448" y="2999613"/>
            <a:ext cx="412930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真实运行（节选）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7448" y="3401949"/>
            <a:ext cx="4129302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6EFAC"/>
                </a:solidFill>
                <a:latin typeface="Consolas"/>
              </a:rPr>
              <a:t>$ printf 1/2/500/1/0 | ./pointer_atm.exe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7448" y="3640073"/>
            <a:ext cx="4129302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【查询余额】余额 1000.00 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7448" y="3878199"/>
            <a:ext cx="4129302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【存款业务】存入 500.00 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7448" y="4116324"/>
            <a:ext cx="4129302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当前余额：1500.00 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7448" y="4354449"/>
            <a:ext cx="4129302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【查询余额】余额 1500.00 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运行演示：真实编译与运行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命令、余额变化、退出码 —— 全部来自真实运行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5239"/>
            <a:ext cx="6656649" cy="359841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785239"/>
            <a:ext cx="6656649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840103"/>
            <a:ext cx="632746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终端实录（真实输出，未删改）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4975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gcc -Wall -o pointer_atm.exe pointer_atm.c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7145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（无警告 —— 指针用法干净）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664536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printf '1\n2\n500\n1\n0\n' | ./pointer_atm.exe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871927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========================================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79318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欢迎使用 CCIT ATM 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86709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（指针版 · 无全局变量）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94100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========================================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701491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【查询余额】您当前的账户余额为：1000.00 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908882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【存款业务】请输入存款金额：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16273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✅ 操作成功！存入 500.00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2366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当前余额：1500.00 元          ← 余额被改了！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531055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【查询余额】您当前的账户余额为：1500.00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738446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感谢使用 CCIT ATM 系统，再见！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945837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echo $?     →    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033" y="1785239"/>
            <a:ext cx="4200022" cy="352044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43033" y="1785239"/>
            <a:ext cx="50292" cy="3520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5913" y="1968119"/>
            <a:ext cx="377939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👀 要看清楚的六个点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5913" y="2327020"/>
            <a:ext cx="3779398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① 编译零警告：指针类型都对得上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② 余额在 main 里，是局部变量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③ deposit 收到地址，改了真余额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④ 1000 → 1500，函数改到了实参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⑤ 每个指针参数都先查 NULL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⑥ 退出码 0：程序干干净净收场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片尾有真实运行演示动画，右侧并列展示 src/pointer_atm.c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本讲在主线上的位置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六级台阶的第②级深水区：本讲为库和插件打最底层的地基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2758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🧭 一条主线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六级台阶：表达式 → 函数 → 模块 → 库 → 插件 → 框架。本讲不新起一级，而是把第②级"函数"挖到底：函数能不能改外面的数据？函数能不能当数据传出去？这两个问题，一个通向库，一个直接通向插件。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← 本讲 ⭐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 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943350"/>
            <a:ext cx="5419191" cy="162991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43350"/>
            <a:ext cx="50292" cy="162991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126230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本讲为终点贡献了什么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485132"/>
            <a:ext cx="4998567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指针参数让函数能改实参，库函数才敢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处理调用者的数据、写回调用者的缓冲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函数指针让"行为"可传递、可替换、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可放进表里 —— 于是有了插件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3943350"/>
            <a:ext cx="5419191" cy="1629918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3943350"/>
            <a:ext cx="50292" cy="162991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126230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后面接着做什么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485132"/>
            <a:ext cx="4998567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第6讲：数组名就是指针，把连续内存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第7-8讲：结构体指针、链表节点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第12-13讲：结构体 + 函数指针 = 插件插座，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本讲学的地址，就是插座里的那根线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指针是 C 语言的地基，函数指针是插件的钥匙 —— 都从本讲开始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先自己想，再看下一页的参考解答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29968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29968"/>
            <a:ext cx="50292" cy="14173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1284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思考题 ①：为什么说指针是 C 语言的灵魂？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71749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常说"指针是 C 语言的灵魂"。结合本讲把余额从全局变量搬进 main 的实践，说说没有指针，C 会失去哪些不可替代的能力？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提示：函数改不了实参、大块数据只能整体复制、动态内存无从谈起、链表和函数指针都不可能存在。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85032"/>
            <a:ext cx="11094415" cy="1453895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85032"/>
            <a:ext cx="50292" cy="145389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67912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思考题 ②：值传递与指针传递的本质区别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26814"/>
            <a:ext cx="10673791" cy="72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值传递传副本、指针传递传地址。请从"函数看到的是副本还是原件"这个角度，说明两者的本质区别，并指出什么时候该用哪个。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提示：只读且数据小 → 值传递；需要改原变量、数据很大、要"返回多个结果" → 指针传递。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带着问题翻页，比直接看答案收获大得多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看看你的思路和参考答案差在哪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79142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79142"/>
            <a:ext cx="50292" cy="261061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解答 ①：指针给了 C 三样东西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20923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① 让函数能改调用者的变量：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   值传递只给复印件，指针才给钥匙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② 让大块数据不必复制就能共享：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   传一个 8 字节地址，而不是整块数据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③ 让"运行时"有了可能：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   malloc 返回地址、链表靠指针串联、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   函数指针让行为能被传递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没有指针，C 就只剩编译期定死的一切——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动态、回调、插件，统统无从谈起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279142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279142"/>
            <a:ext cx="50292" cy="26106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解答 ②：看的是副本还是原件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820923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值传递：函数拿到的是数据复印件，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在复印件上怎么改都不影响原件，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安全但改不动外部数据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指针传递：函数拿到的是地址（钥匙），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顺着地址摸到原件，直接改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怎么选：只读、且数据小 → 值传递；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要改原变量、数据大、要返回多个结果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→ 指针传递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C 的取舍：默认安全，需要灵活时手动开锁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判断标准只有一条：这个函数需不需要"动到"调用者的数据？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两题进阶：从数组名接到空指针防御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11094415" cy="1453895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50292" cy="145389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思考题 ③：数组名和指针有什么联系与区别？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53461"/>
            <a:ext cx="10673791" cy="72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课件里说"数组名就是指针"，但 arr[i] 能用、arr++ 却编译报错，sizeof 结果也完全不同。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提示：从"地址常量"和"地址变量"去想 —— 哪个能自增？哪个能被 sizeof 量出整体大小？传给函数之后，sizeof 为什么就只剩指针大小了？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03320"/>
            <a:ext cx="11094415" cy="1453895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0292" cy="145389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思考题 ④：空指针 NULL 为什么必须检查？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45102"/>
            <a:ext cx="10673791" cy="72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指针版 ATM 里，每个函数开头都有一句 if (p_balance == NULL) return;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提示：NULL 对应哪个地址？解引用它会发生什么？哪些情况下指针会是 NULL（未初始化、malloc 失败、查找无果）？有了空指针检查，程序的健壮性改变了什么？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这两题想通了，第6讲数组和第13讲插件框架就都提前入门了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把今天的"地址"接到数组与防御性编程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74367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74367"/>
            <a:ext cx="50292" cy="261061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572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解答 ③：能当指针用，但身份不同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16148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联系：数组名在表达式中退化为首元素地址，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arr[i] 与 *(arr+i) 完全等价，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arr 可以直接赋给指针变量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区别一：arr 是地址常量，不能 arr++、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不能 arr = p；p 是变量，来去自如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区别二：sizeof(arr) 是整个数组大小，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sizeof(p) 只是指针本身大小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更准的说法：数组名可隐式转为指针，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但它本身不是指针变量，是地址常量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174367"/>
            <a:ext cx="5428335" cy="2820162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174367"/>
            <a:ext cx="50292" cy="282016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3572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解答 ④：NULL 是"没有门牌"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716148"/>
            <a:ext cx="5007711" cy="2095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NULL 表示不指向任何有效地址，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通常就是地址 0，属于操作系统保留区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解引用 NULL 会触发段错误，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程序当场崩溃，而且无法捕获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三种常见来源：声明未初始化、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malloc 失败返回 NULL、查找无果返回 NULL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所以：声明就置 NULL，用前先判空，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malloc 后必查 —— 这就是防御性编程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Java 抛异常能捕获，C 直接崩，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所以 C 里判空更不可省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指针是把双刃剑：给你权力，也要求你尽到检查的义务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小结与预告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第5讲 指针 —— 打通任督二脉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1081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1081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📝 一句话总结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指针就是地址：&amp; 取地址、* 解引用；指针作函数参数，让函数能改调用者的变量，从此余额不必是全局变量；数组名就是首元素地址；函数指针则是通往插件框架的钥匙。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6738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933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2320" y="289331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知识点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203" y="289331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关键句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6821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047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2320" y="330479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指针的本质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1203" y="330479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指针是存地址的变量，地址就是内存的"门牌号"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7969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71627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2320" y="371627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取地址 &amp;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1203" y="371627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从变量得到地址：&amp;a 读作"取地址a"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9117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12775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2320" y="412775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解引用 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1203" y="412775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从地址得到变量：*p 读作"星号p"，可读也可写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0265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53923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2320" y="453923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指针作参数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1203" y="453923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传地址而非副本，函数才能改调用者的变量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1413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9507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2320" y="495071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指针与数组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1203" y="495071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数组名是首元素地址，arr[i] 等价于 *(arr+i)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2561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3621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2320" y="536219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函数指针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1203" y="536219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指向函数入口的指针 —— 第12、13讲插件的钥匙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下一讲：数组与字符串 —— 把同类数据打包，用一个名字管一批（第6讲）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