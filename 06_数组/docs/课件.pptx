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0"/>
            <a:ext cx="816833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0F766E"/>
                </a:solidFill>
                <a:latin typeface="微软雅黑"/>
              </a:rPr>
              <a:t>从程序员到架构师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5569"/>
                </a:solidFill>
                <a:latin typeface="微软雅黑"/>
              </a:rPr>
              <a:t>C语言插件框架演进之旅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82296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475569"/>
                </a:solidFill>
                <a:latin typeface="微软雅黑"/>
              </a:rPr>
              <a:t>第6讲 / 共 14 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749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F766E"/>
                </a:solidFill>
                <a:latin typeface="微软雅黑"/>
              </a:rPr>
              <a:t>从一行 printf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0F766E"/>
                </a:solidFill>
                <a:latin typeface="微软雅黑"/>
              </a:rPr>
              <a:t>到软件体系的插件框架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600" b="1" i="0">
                <a:solidFill>
                  <a:srgbClr val="1F2937"/>
                </a:solidFill>
                <a:latin typeface="微软雅黑"/>
              </a:rPr>
              <a:t>数组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92608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 i="0">
                <a:solidFill>
                  <a:srgbClr val="0F766E"/>
                </a:solidFill>
                <a:latin typeface="微软雅黑"/>
              </a:rPr>
              <a:t>批量数据的容器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3611880"/>
            <a:ext cx="5852160" cy="2743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384048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第5讲给数据发了门牌号，可一次只发一张。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ATM 有 5 个账户、要给 10 笔交易留记录——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难道起 100 个变量名？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本讲把同类数据排成一排：一个名字 + 一个编号。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知识图谱：本讲站在哪里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第②级"函数"的数据面 —— 让函数一次处理一批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5073"/>
            <a:ext cx="11094415" cy="1244346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5073"/>
            <a:ext cx="50292" cy="124434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17953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🎯 本讲定位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76854"/>
            <a:ext cx="10673791" cy="5196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1F2937"/>
                </a:solidFill>
                <a:latin typeface="微软雅黑"/>
              </a:rPr>
              <a:t>上一讲学的是"一个变量的地址"，本讲学的是"一排变量的组织方式"。数组让函数从"一次处理一个数"升级到"一次处理一批数"，它也是第7讲结构体、第8讲链表的直接前身。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第1讲 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6061" y="3473195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49525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0965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② 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965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← 本讲深挖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6946" y="3473195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0410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1850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③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第4讲 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7831" y="3473195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1295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④ 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第9-10讲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8716" y="3473195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2180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620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⑤ 插件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第11-12讲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69602" y="3473195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3066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4506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⑥ 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4506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第13讲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223003"/>
            <a:ext cx="5419191" cy="1210818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223003"/>
            <a:ext cx="50292" cy="121081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405883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⬅ 前置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764785"/>
            <a:ext cx="4998567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第2讲：for 循环的套路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第5讲：数组名就是首元素地址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863" y="4223003"/>
            <a:ext cx="5419191" cy="1210818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863" y="4223003"/>
            <a:ext cx="50292" cy="121081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4405883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➡ 后续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743" y="4764785"/>
            <a:ext cx="4998567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第7讲：结构体把平行数组合并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第8讲：链表打破"固定大小"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本讲把"一个名字管一个数"升级为"一个名字管一批数"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上一讲的"痛"，本讲要解决什么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指针能传地址了，可一个指针只管一个变量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91715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2291715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46579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第5讲：已经做到的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2346579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第6讲：要补上的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6720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余额收进 main，变成了局部变量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2812923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276720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5 个账户的余额用一个数组管起来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2812923"/>
            <a:ext cx="68580" cy="1397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53207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函数通过指针能改到调用者的余额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3098927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3053207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最近 10 笔交易用数组留档可查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3098927"/>
            <a:ext cx="68580" cy="1397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39211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const 只读 + NULL 检查，用得放心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3384931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3339211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账户名用字符数组存成"字符串"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3384931"/>
            <a:ext cx="68580" cy="1397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716655"/>
            <a:ext cx="3564026" cy="1160526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16655"/>
            <a:ext cx="50292" cy="116052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899535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坑一：只能管一个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58437"/>
            <a:ext cx="314340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一个 balance 只对应一个账户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想加账户就得再加变量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3834" y="3716655"/>
            <a:ext cx="3564026" cy="1160526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3834" y="3716655"/>
            <a:ext cx="50292" cy="116052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6714" y="3899535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坑二：做完就忘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6714" y="4258437"/>
            <a:ext cx="314340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每笔交易只打印一下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关掉程序什么都没留下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9028" y="3716655"/>
            <a:ext cx="3564026" cy="1160526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79028" y="3716655"/>
            <a:ext cx="50292" cy="116052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1908" y="3899535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坑三：名字没处放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1908" y="4258437"/>
            <a:ext cx="314340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只有数字 ID，没有姓名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C 里连 string 类型都没有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8349"/>
            <a:ext cx="11094415" cy="255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▸ 一句话：单变量是"一张便利贴"，数组是"一排编号的储物柜"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数组用"一个名字 + 一个索引"管理一组同类型数据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一维数组：定义、初始化、访问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索引从 0 开始 —— 这是内存地址的自然映射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2758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2758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📦 数组就是"一排编号的储物柜"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数组是一排紧挨着的、类型相同的存储单元：定义时尺寸就定下来，位置连续，用一个数组名加一个下标就能直接定位到任意一格。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6926"/>
            <a:ext cx="5990984" cy="21466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36926"/>
            <a:ext cx="5990984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91790"/>
            <a:ext cx="5661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定义、初始化与访问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01441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double balances[5] = {1000, 2000, 500, 3000, 1500};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8832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int  arr[5] = {1, 2, 3};   /* 剩下自动补 0 */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16223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int  a[]   = {10, 20, 30}; /* 大小由编译器数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23614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131005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balances[0]  →  1000.0   /* 第一个 */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38396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balances[2]  →   500.0   /* 第三个 */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545787"/>
            <a:ext cx="5661800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balances[5]  =  999;     /* 越界！C 不报错 */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77368" y="2836926"/>
            <a:ext cx="4865686" cy="1160526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77368" y="2836926"/>
            <a:ext cx="50292" cy="116052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0248" y="3019806"/>
            <a:ext cx="444506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为什么从 0 开始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0248" y="3378708"/>
            <a:ext cx="444506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arr[i] 就是 *(arr + i)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偏移 0 格正好是第一个元素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77368" y="4143755"/>
            <a:ext cx="4865686" cy="1160526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77368" y="4143755"/>
            <a:ext cx="50292" cy="116052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0248" y="4326636"/>
            <a:ext cx="444506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越界没有护栏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0248" y="4685538"/>
            <a:ext cx="444506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arr[5] 编译不报错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读到的是邻居内存的垃圾值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数组大小在定义时就定死，运行期不会再变 —— 这是它的力量，也是它的局限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二维数组：数组的数组，一张表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行优先连续存储 —— 一张表在内存里其实是一条长带子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2758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2758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📋 从一排柜子，到一整面格子墙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二维数组就是"数组的数组"，每个元素本身又是一个数组。</a:t>
            </a:r>
          </a:p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定义 matrix[3][4] 就是 3 行 4 列，行索引在前、列索引在后。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6926"/>
            <a:ext cx="5547207" cy="193929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36926"/>
            <a:ext cx="5547207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91790"/>
            <a:ext cx="521802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定义与访问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01441"/>
            <a:ext cx="5218023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int matrix[3][4] =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8832"/>
            <a:ext cx="5218023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{ 1,  2,  3,  4},   /* 第 0 行 */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16223"/>
            <a:ext cx="5218023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{ 5,  6,  7,  8},   /* 第 1 行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23614"/>
            <a:ext cx="5218023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{ 9, 10, 11, 12}    /* 第 2 行 */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131005"/>
            <a:ext cx="5218023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};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38396"/>
            <a:ext cx="5218023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matrix[1][2]  →  7      /* 第 1 行第 2 列 */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3591" y="2836926"/>
            <a:ext cx="5309463" cy="1317117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3591" y="2836926"/>
            <a:ext cx="5309463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8183" y="2891790"/>
            <a:ext cx="498027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二维字符数组：一排字符串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8183" y="3301441"/>
            <a:ext cx="4980279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char names[5][20] = {"张三", "李四",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8183" y="3508832"/>
            <a:ext cx="4980279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                 "王五", "赵六", "钱七"};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8183" y="3716223"/>
            <a:ext cx="4980279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printf("%s\n", names[2]);   /* 王五 */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33591" y="4318635"/>
            <a:ext cx="5309463" cy="135331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33591" y="4318635"/>
            <a:ext cx="50292" cy="135331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6471" y="4501515"/>
            <a:ext cx="488883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📐 内存布局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6471" y="4860417"/>
            <a:ext cx="4888839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内存里仍是连续的一条：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先放完第 0 行的 20 个字符，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再放第 1 行…… 行优先存储。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多维只是"看起来多维"，内存在底层永远是一条连续的线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字符数组与字符串：C 没有 string 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字符串 = 一串字符 + 末尾一个 '\0'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2758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2758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🔤 一句话说清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C 语言没有 string 类型，字符串就是「以 '\0' 结尾的字符数组」。printf、strlen、strcpy 这些函数都靠 '\0' 判断「到哪结束」——它是结束标志，不是内容。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6926"/>
            <a:ext cx="6101928" cy="21466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36926"/>
            <a:ext cx="6101928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91790"/>
            <a:ext cx="57727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字符串的存储真相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01441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char name[20] = "张三";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8832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/* 实际存：张  三  \0  未使用……            */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16223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/*           [0] [1] [2] [3..19]           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23614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131005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char ok[5]  = {'W','a','n','g','\0'};  /* 有结束 */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38396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char bad[4] = {'W','a','n','g'};        /* 没结束 */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545787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printf("%s", bad);   /* Wang 后面继续乱读 */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88312" y="2836926"/>
            <a:ext cx="4754742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6328" y="2873502"/>
            <a:ext cx="22530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写法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8794" y="2873502"/>
            <a:ext cx="20628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结果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88312" y="3248406"/>
            <a:ext cx="4754742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6328" y="3284982"/>
            <a:ext cx="22530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strlen(name)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8794" y="3284982"/>
            <a:ext cx="20628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4    不计 \0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88312" y="3659886"/>
            <a:ext cx="4754742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16328" y="3696462"/>
            <a:ext cx="22530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sizeof(name)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8794" y="3696462"/>
            <a:ext cx="20628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5    含 \0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88312" y="4217670"/>
            <a:ext cx="4754742" cy="1188720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88312" y="4217670"/>
            <a:ext cx="50292" cy="1188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1192" y="4400550"/>
            <a:ext cx="43341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⚠️ 读字符串的坑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71192" y="4759452"/>
            <a:ext cx="4334118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scanf 读字符串写 %s，数组名本身就是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地址，所以不加 &amp;。想不越界就写 %9s 限长。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忘了 '\0'，printf 就会一路读到内存里偶然遇到 0 才停 —— 这就是乱码的来源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数组作为函数参数：退化成指针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传的是首元素地址，长度信息"丢在了门口"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2758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2758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📌 退化的本质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把数组传给函数，C 不会复制整个数组，只传首元素地址 —— 这叫"数组退化为指针"。好处是高效（只传 8 字节），代价是函数内部不知道数组有多长，必须额外传一个长度。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6926"/>
            <a:ext cx="6101928" cy="256146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36926"/>
            <a:ext cx="6101928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91790"/>
            <a:ext cx="57727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三种写法等价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01441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void f(int arr[10]);   /* 看着像传数组 */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8832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void f(int arr[]);     /* 看着像传数组 */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16223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void f(int* arr);      /* 实际就是指针 */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23614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/* 三种写法，编译器眼里完全一样 */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131005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38396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void show(double arr[], int n)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545787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for (int i = 0; i &lt; n; i++) printf("%.2f ", arr[i]);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753178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960569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show(balances, 5);     /* 数组名 + 长度 一起传 */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88312" y="2836926"/>
            <a:ext cx="4754742" cy="1160526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88312" y="2836926"/>
            <a:ext cx="50292" cy="116052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71192" y="3019806"/>
            <a:ext cx="43341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sizeof 的陷阱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1192" y="3378708"/>
            <a:ext cx="4334118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函数里 sizeof(arr) 只有 4 或 8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不再是整个数组的大小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8312" y="4143755"/>
            <a:ext cx="4754742" cy="1160526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88312" y="4143755"/>
            <a:ext cx="50292" cy="116052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71192" y="4326636"/>
            <a:ext cx="43341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所以必须传长度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1192" y="4685538"/>
            <a:ext cx="4334118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数组 + 长度 是 C 的标准搭档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这也是 printf 那类接口的样子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数组传参"只交钥匙不交清单" —— 清单（长度）得你自己递进去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数组与指针的关系：一个地址，两种写法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arr[i] 与 *(arr+i) 是同一件事的两种说法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62061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1762061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16925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数组名 arr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1816925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指针变量 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37549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是地址常量，指向首元素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2283269"/>
            <a:ext cx="68580" cy="1397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2237549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是变量，可以改指向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2283269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55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不能 arr++，也不能 arr = 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2569273"/>
            <a:ext cx="68580" cy="1397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252355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p++、p = &amp;arr[3] 都合法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2569273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09557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sizeof(arr) = 整个数组的字节数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2855277"/>
            <a:ext cx="68580" cy="1397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2809557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sizeof(p) = 指针本身（4 或 8）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2855277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260153"/>
            <a:ext cx="6101928" cy="21466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3260153"/>
            <a:ext cx="6101928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15017"/>
            <a:ext cx="577274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下标法 / 偏移法 / 递增法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724668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/* 三种写法，结果完全一样 */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3932059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for (int i = 0; i &lt; 5; i++) printf("%.2f", arr[i]);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139450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346841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double* p = arr;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554232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for (int i = 0; i &lt; 5; i++) printf("%.2f", *(p + i));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761623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4969014"/>
            <a:ext cx="577274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for (double* q = arr; q &lt; arr + 5; q++) printf("%.2f", *q);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88312" y="3260153"/>
            <a:ext cx="4754742" cy="192024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88312" y="3260153"/>
            <a:ext cx="50292" cy="19202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71192" y="3443033"/>
            <a:ext cx="433411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💡 一句话打通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71192" y="3801935"/>
            <a:ext cx="4334118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arr[i] 是 *(arr + i) 的语法糖。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编译器内部就是先算地址、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再按元素类型取数据。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想通了这点，数组就透明了。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数组名是"不能移动的地址标签"，指针是"可以移动的地址标签"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原理深入：连续内存与随机访问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为什么 arr[100] 能一步到位？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2822"/>
            <a:ext cx="5769095" cy="297624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012822"/>
            <a:ext cx="5769095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067686"/>
            <a:ext cx="543991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连续内存：地址可以算出来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77337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int arr[5] = {10, 20, 30, 40, 50};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684728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/* 首地址 0x1000，每个 int 占 4 字节 */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892119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099510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地址      元素      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06901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0x1000    arr[0]    10   ← 首地址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14292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0x1004    arr[1]    20   │ 紧挨着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21683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0x1008    arr[2]    30   │ 连续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29074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0x100C    arr[3]    40   │ 排列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136465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0x1010    arr[4]    50   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43856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551247"/>
            <a:ext cx="5439911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arr[i] 的地址 = 0x1000 + i ×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5479" y="2012822"/>
            <a:ext cx="5087575" cy="1600200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55479" y="2012822"/>
            <a:ext cx="50292" cy="1600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8359" y="2195702"/>
            <a:ext cx="466695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⚡ 随机访问：O(1) 的底气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8359" y="2554603"/>
            <a:ext cx="4666951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只要知道首地址和元素大小，第 i 个元素的地址就是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"首地址 + i × 元素大小"——一次乘法加法就到，不用从头数过去。所以数组的随机访问是常数时间 O(1)。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5479" y="3777614"/>
            <a:ext cx="5087575" cy="1378458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55479" y="3777614"/>
            <a:ext cx="50292" cy="137845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38359" y="3960494"/>
            <a:ext cx="466695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🔮 为第8讲预留的对比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8359" y="4319396"/>
            <a:ext cx="4666951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链表每个节点分散在堆上，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要访问第 i 个必须顺着指针走 i 步，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是 O(n) —— 这就是第8讲要付出的代价。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数组用"连续"换来 O(1) 随机访问，也换来"插入删除要搬家"的代价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对比与辨析：数组 vs 链表（第8讲预告）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一个用"连续"换速度，一个用"分散"换灵活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97557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1797557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52421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数组（本讲）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1852421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链表（第8讲）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73045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一整块连续内存，下标直接定位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2318765"/>
            <a:ext cx="68580" cy="1397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2273045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节点分散在堆上，靠指针串联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2318765"/>
            <a:ext cx="68580" cy="1397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59049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大小编译期定死，运行期不变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2604769"/>
            <a:ext cx="68580" cy="1397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2559049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大小运行期可变，想加就加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2604769"/>
            <a:ext cx="68580" cy="1397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4505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随机访问 O(1)，插入删除 O(n)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2890773"/>
            <a:ext cx="68580" cy="1397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284505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访问第 i 个 O(n)，增删只需改指针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2890773"/>
            <a:ext cx="68580" cy="1397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313937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350513"/>
            <a:ext cx="177753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维度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3650" y="3350513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数组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2360" y="3350513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链表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25417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761993"/>
            <a:ext cx="177753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内存布局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3650" y="3761993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一整块连续内存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2360" y="3761993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节点散落，指针相连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36897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173473"/>
            <a:ext cx="177753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访问第 i 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73650" y="4173473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O(1)，一步算到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2360" y="4173473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O(n)，从头顺着走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48377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4584953"/>
            <a:ext cx="177753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插入 / 删除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73650" y="4584953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O(n)，后面全体搬家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2360" y="4584953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O(1)，改两个指针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959857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996433"/>
            <a:ext cx="177753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大小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73650" y="4996433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定义时就定死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2360" y="4996433"/>
            <a:ext cx="432925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运行期随时增减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没有最好的数据结构，只有最合适的场景 —— 选型就是架构判断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ATM 实战：本讲源码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src/array_atm.c —— 平行数组管账户，循环缓冲区存流水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6212872" cy="3183636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6212872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5883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array_atm.c：数组才是主角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/* 平行数组：同一索引对应同一个账户 */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98370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int    account_ids[MAX_ACCOUNTS];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305761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char   account_names[MAX_ACCOUNTS][NAME_LEN];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513152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double account_balances[MAX_ACCOUNTS];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720543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927934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9FB0C9"/>
                </a:solidFill>
                <a:latin typeface="Consolas"/>
              </a:rPr>
              <a:t>/* 循环缓冲区：永远只留最近 10 笔 */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135325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void add_transaction(double amount, int type) 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342716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    int slot = trans_count % MAX_TRANSACTIONS;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550107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trans_amounts[slot] = amount;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757498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trans_types[slot]   = type;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964889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trans_count++;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172280"/>
            <a:ext cx="5883688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92980"/>
            <a:ext cx="6212872" cy="942593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792980"/>
            <a:ext cx="50292" cy="942593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75860"/>
            <a:ext cx="579224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♻️ 循环缓冲区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34762"/>
            <a:ext cx="5792248" cy="21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第 11 笔写回 slot 0，覆盖最旧那笔 —— 取模运算实现"自动循环"。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99256" y="1426464"/>
            <a:ext cx="4643798" cy="193929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99256" y="1426464"/>
            <a:ext cx="4643798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63848" y="1481328"/>
            <a:ext cx="431461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指针递增遍历（衔接第5讲）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3848" y="1890979"/>
            <a:ext cx="431461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int *pid = account_ids;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3848" y="2098370"/>
            <a:ext cx="431461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DBA74"/>
                </a:solidFill>
                <a:latin typeface="Consolas"/>
              </a:rPr>
              <a:t>double *pbal = account_balances;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3848" y="2305761"/>
            <a:ext cx="431461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for (int i = 0; i &lt; MAX_ACCOUNTS; i++)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63848" y="2513152"/>
            <a:ext cx="431461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printf("%-8d %.2f\n", *pid, *pbal);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3848" y="2720543"/>
            <a:ext cx="431461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pid++;  pbal++;   /* 指针前进 */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3848" y="2927934"/>
            <a:ext cx="4314614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99256" y="3548634"/>
            <a:ext cx="4643798" cy="1920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999256" y="3548634"/>
            <a:ext cx="4643798" cy="36576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45560" y="3603498"/>
            <a:ext cx="435119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DBA74"/>
                </a:solidFill>
                <a:latin typeface="微软雅黑"/>
              </a:rPr>
              <a:t>真实运行（节选）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45560" y="4005834"/>
            <a:ext cx="435119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6EFAC"/>
                </a:solidFill>
                <a:latin typeface="Consolas"/>
              </a:rPr>
              <a:t>$ printf 1001/2/500/5/6/0 | ./array_atm.exe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45560" y="4243959"/>
            <a:ext cx="435119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  账户ID: 1001  姓名: 张三  余额: 1000.00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45560" y="4482084"/>
            <a:ext cx="435119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✅ 登录成功！欢迎，张三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45560" y="4720209"/>
            <a:ext cx="435119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【交易记录】1  存款  500.00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45560" y="4958334"/>
            <a:ext cx="435119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E6EDF7"/>
                </a:solidFill>
                <a:latin typeface="Consolas"/>
              </a:rPr>
              <a:t>数组总大小：20 字节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运行演示：真实编译与运行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账户列表、交易流水、数组大小 —— 全部来自真实运行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81543"/>
            <a:ext cx="6656649" cy="3805809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81543"/>
            <a:ext cx="6656649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736407"/>
            <a:ext cx="632746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DBA74"/>
                </a:solidFill>
                <a:latin typeface="微软雅黑"/>
              </a:rPr>
              <a:t>终端实录（真实输出，未删改）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146058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$ gcc -Wall -o array_atm.exe array_atm.c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353449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（无警告 —— 数组与下标都用对了）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60840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$ printf '1001\n2\n500\n5\n6\n0\n' | ./array_atm.exe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768231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========================================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975622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   欢迎使用 CCIT ATM 系统（数组版）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183013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========================================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390404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支持 5 个账户 | 记录最近 10 笔交易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97795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账户ID: 1001  姓名: 张三  余额: 1000.00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05186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  账户ID: 1002  姓名: 李四  余额: 2000.00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012577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请输入您的账户ID：✅ 登录成功！欢迎，张三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219968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请输入存款金额：✅ 操作成功！存入 500.00 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427359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【交易记录】序号 类型 金额 / 1  存款  500.00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634750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1001     张三   1500.00   ← 数组里被改了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2141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数组总大小：20 字节（5 个 int × 4 字节）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049532"/>
            <a:ext cx="6327465" cy="207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6EDF7"/>
                </a:solidFill>
                <a:latin typeface="Consolas"/>
              </a:rPr>
              <a:t>$ echo $?     →     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43033" y="1681543"/>
            <a:ext cx="4200022" cy="3520440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43033" y="1681543"/>
            <a:ext cx="50292" cy="3520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5913" y="1864423"/>
            <a:ext cx="377939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👀 要看清楚的六个点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5913" y="2223324"/>
            <a:ext cx="3779398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① 编译零警告：下标、长度都对得上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② 5 个账户：一个数组全管住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③ 交易留档：最近 10 笔可回溯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④ 循环缓冲区：取模实现自动覆盖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⑤ 指针遍历：*pid / *pbal 向前走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⑥ 退出码 0：程序干净收场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片尾有真实运行演示动画，右侧并列展示 src/array_atm.c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本讲在主线上的位置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第②级"函数"的数据面：数组是结构体与链表的前身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2758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2758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🧭 一条主线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六级台阶：表达式 → 函数 → 模块 → 库 → 插件 → 框架。本讲仍在第②级"函数"上夯地基，但它第一次把"数据"组织起来了——从"一个变量"到"一批数据"。没有这一步，后面的结构体、链表、乃至插件管理器里的插件链表都无从谈起。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第1讲 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6061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49525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0965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② 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965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← 本讲 ⭐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6946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041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185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③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第4讲 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7831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1295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④ 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第9-10讲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8716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218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62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⑤ 插件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第11-12讲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69602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3066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4506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⑥ 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4506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第13讲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943350"/>
            <a:ext cx="5419191" cy="1629918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943350"/>
            <a:ext cx="50292" cy="162991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126230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本讲为终点贡献了什么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485132"/>
            <a:ext cx="4998567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数组让函数一次能处理一批数据：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传数组 + 长度，是库接口的标准姿势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连续内存换来 O(1) 随机访问，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这套"地址 + 偏移"的思维一路用到链表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863" y="3943350"/>
            <a:ext cx="5419191" cy="1629918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863" y="3943350"/>
            <a:ext cx="50292" cy="162991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4126230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后面接着做什么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743" y="4485132"/>
            <a:ext cx="4998567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第7讲：结构体把平行数组打包成一条记录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第8讲：链表 + malloc 打破固定大小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第13讲：插件管理器的链表，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正是"数组思维"升级后的动态版本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从单变量到数组，从数组到链表，再到框架 —— 每一步都是因为"上一步不够好"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先自己想，再看下一页的参考解答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29968"/>
            <a:ext cx="11094415" cy="1453895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29968"/>
            <a:ext cx="50292" cy="145389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思考题 ①：数组名和指针到底有什么区别？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71749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arr[i] 和 *(p+i) 效果一样，数组名传给函数后也变成指针。但数组名不能 arr++、sizeof 结果也完全不同。它们到底有什么区别？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提示：从"地址常量"和"地址变量"想；再想想传给函数之后，sizeof 为什么只剩指针大小。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21608"/>
            <a:ext cx="11094415" cy="1417320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21608"/>
            <a:ext cx="5029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04488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思考题 ②：为什么 C 的数组不做越界检查？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63390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只有 5 个元素的数组，访问 arr[100] 编译器不报错，程序也不一定立刻崩。为什么 C 偏偏不做越界检查？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提示：越界检查要付什么代价？C 的设计哲学是什么？不做检查又带来了什么安全问题？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带着问题翻页，比直接看答案收获大得多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 参考解答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看看你的思路和参考答案差在哪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74367"/>
            <a:ext cx="5428335" cy="282016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74367"/>
            <a:ext cx="50292" cy="282016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57247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解答 ①：能互换，但身份不同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16148"/>
            <a:ext cx="5007711" cy="2095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区别一：数组名是地址常量，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不能 arr++、不能 arr = p；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指针是变量，来去自如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区别二：sizeof(arr) 是整个数组大小，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sizeof(p) 只是指针本身的大小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更准的说法是：数组名可以隐式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转换为首元素指针，但它本身不是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指针变量 —— 它是钉在墙上的门牌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移到函数里退化成指针后，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连"整体大小"这个身份也丢了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174367"/>
            <a:ext cx="5428335" cy="2820162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2174367"/>
            <a:ext cx="50292" cy="282016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2357247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解答 ②：这是特性，不是疏忽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716148"/>
            <a:ext cx="5007711" cy="2095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C 诞生于 1972 年，资源极紧张。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每次访问都检查越界，就得加一条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比较加一条跳转，大数组循环里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开销可观 —— C 选择把检查交给人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后果一：越界读的是邻居内存，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结果不可预测，极难调试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后果二：经典的缓冲区溢出攻击，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正是靠写越界覆盖返回地址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Java/Python/Rust 都做检查，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代价是性能；C 选了快，责任在你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C 的哲学是"信任程序员"：给你最快的速度，也把责任一并交给你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两题进阶：从结束标志接到固定大小的破解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48256"/>
            <a:ext cx="11094415" cy="1417320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48256"/>
            <a:ext cx="50292" cy="1417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思考题 ③：字符数组末尾为什么要加 '\0'？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90037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字符串末尾为什么要加 '\0'？方式一 char a[] = "Wang" 自动加，方式二 char b[4] = {'W','a','n','g'} 不会加。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提示：printf 靠什么知道读到哪停？'\0' 的 ASCII 值是多少？strlen 和 sizeof 对同一个字符串为什么结果不同？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11094415" cy="1417320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0292" cy="14173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思考题 ④：固定大小有什么不便，怎么解决？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45102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数组定义时大小就定死了：多了放不下，少了又浪费；想在中间插一个，后面全体都要搬家。这个局限怎么破？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提示：想想到底该定多大？插入要移动多少元素？再想想 malloc 动态分配和链表各解决了哪一块。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这两题想通了，第8讲链表就提前入门了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 参考解答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把今天的"固定大小"接到动态内存与链表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74367"/>
            <a:ext cx="5428335" cy="282016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74367"/>
            <a:ext cx="50292" cy="282016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57247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解答 ③：\0 是"到此为止"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16148"/>
            <a:ext cx="5007711" cy="2095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C 没有 string 类型，字符串就是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以 '\0' 结尾的字符数组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所有字符串函数都靠它判断结尾 ——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printf 会一直往后读，直到碰上 0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'\0' 的 ASCII 值是 0，是空字符，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不是字符 '0'（那是 48）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不加的后果：轻则输出乱码，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重则读到不可访问内存直接崩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strlen 数到 '\0' 停（4），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sizeof 量整块内存（5）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174367"/>
            <a:ext cx="5428335" cy="2820162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2174367"/>
            <a:ext cx="50292" cy="282016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2357247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解答 ④：固定大小的三重不便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716148"/>
            <a:ext cx="5007711" cy="2095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一、必须提前预估：估小越界、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估大浪费，运行时才知道数量做不到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二、不能动态调整：想加元素，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只能新开大数组再把数据搬过去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三、插入删除很慢：要移动后面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所有元素，时间复杂度 O(n)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解法：malloc 在堆上按需分配、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链表增删只需改指针、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结构体数组把平行数组合并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数组 O(1) 随机访问仍是它的强项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数组的局限，正是第7、8讲登场的理由 —— 这就是技术演进的动力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小结与预告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第6讲 数组 —— 批量数据的容器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第6讲 数组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10818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1081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📝 一句话总结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数组是"一个名字 + 一个索引"管理一组同类型数据的容器：连续内存、随机访问 O(1)、索引从 0 开始、大小为固定值。字符数组加上结束标志就是字符串，数组传参会退化成指针，必须额外带上长度。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56738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9331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2320" y="289331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知识点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1203" y="289331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关键句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68218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0479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2320" y="330479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一维数组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1203" y="330479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同类型数据的连续集合，索引从 0 开始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79698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71627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2320" y="371627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二维数组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1203" y="371627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数组的数组，按行优先连续存储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91178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2775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2320" y="412775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字符数组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1203" y="412775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C 没有 string，字符数组 + '\0' 就是字符串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02658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53923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2320" y="453923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数组作参数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1203" y="453923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退化为指针，长度信息丢失，须显式传长度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914138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95071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2320" y="495071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数组与指针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1203" y="495071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arr[i] 等价于 *(arr+i)，sizeof 结果不同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325618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36219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2320" y="536219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连续内存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1203" y="536219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随机访问 O(1)；大小固定是它的局限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下一讲：结构体 —— 把散落的平行数据打包成一条记录（第7讲）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