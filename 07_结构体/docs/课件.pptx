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0" y="0"/>
            <a:ext cx="8168335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2410C"/>
                </a:solidFill>
                <a:latin typeface="微软雅黑"/>
              </a:rPr>
              <a:t>从程序员到架构师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5569"/>
                </a:solidFill>
                <a:latin typeface="微软雅黑"/>
              </a:rPr>
              <a:t>C语言插件框架演进之旅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03120"/>
            <a:ext cx="82296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475569"/>
                </a:solidFill>
                <a:latin typeface="微软雅黑"/>
              </a:rPr>
              <a:t>第7讲 / 共 14 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从一行 printf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到软件体系的插件框架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783080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600" b="1" i="0">
                <a:solidFill>
                  <a:srgbClr val="1F2937"/>
                </a:solidFill>
                <a:latin typeface="微软雅黑"/>
              </a:rPr>
              <a:t>结构体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92608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 i="0">
                <a:solidFill>
                  <a:srgbClr val="C2410C"/>
                </a:solidFill>
                <a:latin typeface="微软雅黑"/>
              </a:rPr>
              <a:t>把相关数据打包到一起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3611880"/>
            <a:ext cx="5852160" cy="27432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384048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第6讲我们管住了一排账户，可 ID、姓名、余额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还散在三个平行数组里，靠同一个下标暗中关联。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改一处要同步改三处，加个字段还要再加一个数组。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本讲把它们打包成一张"名片"——一个账户一条记录。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知识图谱：本讲站在哪里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第②级"函数"的数据面 —— 从"一批数"到"一条记录"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5073"/>
            <a:ext cx="11094415" cy="124434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5073"/>
            <a:ext cx="50292" cy="124434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17953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🎯 本讲定位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76854"/>
            <a:ext cx="10673791" cy="519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第6讲把同类数据排成一排，但不同属性的数据还是各排各的。本讲把"属于同一个对象的不同属性"打包成一个整体，这就是数据封装的第一课，也是第8讲链表节点与第12讲插件接口的直接前身。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① 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② 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← 本讲深挖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③ 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第4讲 ✅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④ 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⑤ 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⑥ 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第13讲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223003"/>
            <a:ext cx="5419191" cy="1210818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223003"/>
            <a:ext cx="50292" cy="121081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405883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⬅ 前置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764785"/>
            <a:ext cx="4998567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第5讲：指针能拿地址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第6讲：数组能存一排同类型数据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4223003"/>
            <a:ext cx="5419191" cy="1210818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4223003"/>
            <a:ext cx="50292" cy="121081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405883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➡ 后续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764785"/>
            <a:ext cx="4998567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第8讲：结构体 + 指针 = 链表节点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第12讲：结构体装函数指针 = 插件接口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结构体把"三张散落的纸条"合成"一张完整的名片"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上一讲的"痛"，本讲要解决什么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数组管住了"一批"，但管不住"一条记录"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91715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2291715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46579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第6讲：已经做到的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2346579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第7讲：要补上的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6720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5 个账户的余额用一个数组管起来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812923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76720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一个账户的 ID、姓名、余额打包成整体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812923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5320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最近 10 笔交易用数组留档可查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3098927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305320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一个结构体数组替代三个平行数组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3098927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339211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一个名字 + 一个下标，批量访问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3384931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3339211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传一个指针，函数就能改原数据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3384931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3716655"/>
            <a:ext cx="3564026" cy="1160526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16655"/>
            <a:ext cx="50292" cy="116052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8995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坑一：改一处要改三处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58437"/>
            <a:ext cx="314340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删第 3 个账户要同时删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ids[2]、names[2]、balances[2]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3834" y="3716655"/>
            <a:ext cx="3564026" cy="1160526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3834" y="3716655"/>
            <a:ext cx="50292" cy="116052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6714" y="38995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坑二：加字段要加数组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6714" y="4258437"/>
            <a:ext cx="314340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想加"开户日期"？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再定义第四个数组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9028" y="3716655"/>
            <a:ext cx="3564026" cy="116052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9028" y="3716655"/>
            <a:ext cx="50292" cy="116052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1908" y="38995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坑三：函数参数臃肿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1908" y="4258437"/>
            <a:ext cx="314340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三个数组 + 长度 = 四个参数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一改签名到处都要改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8349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一句话：平行数组是"三张纸条"，结构体是"一张名片"——数据天然绑定，不会走散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本讲用结构体把"散落的平行数据"打包成"一条完整记录"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为什么要打包：struct 的定义与使用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struct 是"图纸"，声明变量时才真正分配内存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05876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05876"/>
            <a:ext cx="50292" cy="122758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88756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📦 结构体 = 一张名片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47657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struct 是 C 的关键字，用来定义一种自定义类型：花括号里列出成员（也叫字段），成员可以是基本类型、数组、指针，甚至另一个结构体。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16338"/>
            <a:ext cx="5547207" cy="21466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216338"/>
            <a:ext cx="5547207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271202"/>
            <a:ext cx="521802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定义：struct + 标签名 + 成员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680853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把散落的数据打包成一张"名片"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888244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struct Account {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95635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int    id;            /* 账户 ID  */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303026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char   name[20];      /* 账户姓名 */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510417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double balance;       /* 账户余额 */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717808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925199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定义只是"图纸"，此时不占内存 */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3591" y="3216338"/>
            <a:ext cx="5309463" cy="21466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33591" y="3216338"/>
            <a:ext cx="5309463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8183" y="3271202"/>
            <a:ext cx="49802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使用：结构体数组，每行一个账户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8183" y="3680853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一个结构体数组，替代三个平行数组 */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8183" y="3888244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Account accounts[5] = {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8183" y="4095635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{1001, "张三", 1000.0},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8183" y="4303026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{1002, "李四", 2000.0},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8183" y="4510417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{1003, "王五",  500.0},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8183" y="4717808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8183" y="4925199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printf("%.2f\n", accounts[1].balance);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定义结构体不分配内存，只有声明变量时才真正划出一块空间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成员访问：变量用点，指针用箭头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p-&gt;id 完全等价于 (*p).id —— 它只是省了括号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3267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13267"/>
            <a:ext cx="50292" cy="122758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96147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🔑 一句话记住：点给变量，箭头给指针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55048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点号 . 用于"结构体变量"，箭头 -&gt; 用于"结构体指针"。为什么会分成两个？因为 . 的优先级高于 *，写 (*p).id 必须加括号，于是 C 提供了 -&gt; 这个语法糖。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23729"/>
            <a:ext cx="5547207" cy="1731898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423729"/>
            <a:ext cx="5547207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478593"/>
            <a:ext cx="521802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变量访问：用点 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888244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Account acc = {1001, "张三", 1000.0};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095635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303026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printf("%d\n", acc.id);        /* 用点 */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10417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printf("%s\n", acc.name);      /* 用点 */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717808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acc.balance += 500.0;           /* 改成员 */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3591" y="3423729"/>
            <a:ext cx="5309463" cy="1731898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33591" y="3423729"/>
            <a:ext cx="5309463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8183" y="3478593"/>
            <a:ext cx="49802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指针访问：用箭头 -&gt;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8183" y="3888244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Account *p = &amp;acc;   /* p 是指向 Account 的指针 */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8183" y="4095635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8183" y="4303026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printf("%d\n", p-&gt;id);        /* 用箭头，推荐 */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8183" y="4510417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printf("%d\n", (*p).id);      /* 完全等价，啰嗦 */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8183" y="4717808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p.id 是错的：p 是指针，没有 id 成员 */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箭头不是新东西，它就是 (*p). 的简写 —— 记住这一条，语法就通了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结构体指针：一个指针遍历一条记录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衔接第5讲 —— p++ 的步长正好是一个 Account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02181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02181"/>
            <a:ext cx="50292" cy="122758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85061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🧭 从"三个指针"到"一个指针"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43962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结构体数组的数组名，就是首元素地址。让一个结构体指针指向它，p-&gt;成员 取出整条记录，p++ 就前进到下一条 —— 第6讲要三个指针同步递增，现在一个就够。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12643"/>
            <a:ext cx="6212872" cy="235407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112643"/>
            <a:ext cx="6212872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167507"/>
            <a:ext cx="5883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结构体指针遍历（步长自动适配）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577158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Account accounts[5] = { /* ... */ };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784549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Account *p = accounts;          /* 指向首元素 */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991940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199331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for (int i = 0; i &lt; 5; i++) {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406722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printf("%d %s %.2f\n",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614113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   p-&gt;id, p-&gt;name, p-&gt;balance);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821504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p++;   /* 前进一步 = 一个 Account */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028895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99256" y="3112643"/>
            <a:ext cx="4643798" cy="181432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9256" y="3112643"/>
            <a:ext cx="50292" cy="181432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2136" y="3295523"/>
            <a:ext cx="42231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⚖️ 对比第6讲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2136" y="3654425"/>
            <a:ext cx="4223174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第6讲：pid、pname、pbal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三个指针要同步递增，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少加一次就对不齐。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本讲：一个 Account*，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一次递增，信息完整。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指针的步长由编译器按类型算好 —— 你只管 p++，它自己走对地方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结构体作函数参数：值传递 vs 指针传递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传值是"复印一张名片"，传址是"递一张地址"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值传递  void f(Account acc)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指针传递  void f(Account* 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0195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复制整个结构体，函数内改的是副本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1947672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90195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只传地址（4 或 8 字节），不复制数据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1947672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18795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原数据安全，但结构体大时开销明显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233676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18795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函数内能直接改到原数据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233676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47396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适合：只读的小结构体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519680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47396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适合：大结构体、需要修改的场景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519680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2924556"/>
            <a:ext cx="6212872" cy="235407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2924556"/>
            <a:ext cx="6212872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979420"/>
            <a:ext cx="5883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三种写法，各司其职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3389071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值传递：复制一份，改不到原件 */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3596462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print_account_value(Account acc);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3803853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4011244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指针传递：能改原数据，存款靠它 */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218635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deposit(Account* pAcc, double amount);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4426026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4633417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只想读不想改：用 const 指针保护 */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4840808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print_account_ptr(const Account* p);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99256" y="2924556"/>
            <a:ext cx="4643798" cy="201168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99256" y="2924556"/>
            <a:ext cx="50292" cy="20116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82136" y="3107436"/>
            <a:ext cx="42231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✅ 选择原则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82136" y="3466338"/>
            <a:ext cx="4223174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要改原数据吗？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├ 要 → 必须传指针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└ 不要 → 结构体大就用 const 指针，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         小到几个字节才传值。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const 是编译器替你把关的只读锁。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函数要修改原数据，就必须拿到地址 —— 这是第5讲指针的直接延续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typedef 与数据封装思想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给类型起个短名；结构体 + 函数 = 类的雏形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02181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02181"/>
            <a:ext cx="50292" cy="122758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85061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🏷️ typedef 不造类型，只起别名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43962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每次用结构体都要写 struct 很啰嗦。typedef 给已有类型起个别名：typedef struct Account Account;之后就能直接写 Account acc;。它不创建新类型，只是换个短名字。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12643"/>
            <a:ext cx="5769095" cy="235407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112643"/>
            <a:ext cx="576909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167507"/>
            <a:ext cx="543991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typedef 让代码清爽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577158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没有 typedef：每次都要写 struct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784549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struct Account acc1;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991940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func(struct Account* p);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199331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406722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有 typedef：短名字 */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614113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typedef struct Account Account;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821504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Account acc1;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028895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func(Account* p);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5479" y="3112643"/>
            <a:ext cx="5087575" cy="2032254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55479" y="3112643"/>
            <a:ext cx="50292" cy="203225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8359" y="3295523"/>
            <a:ext cx="466695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🧩 数据 + 行为 = 类的雏形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8359" y="3654425"/>
            <a:ext cx="4666951" cy="1307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结构体 = 数据打包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函数   = 行为打包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两者结合，就是面向对象里"类"的雏形。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第12讲的插件接口更进一层：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结构体里装函数指针，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数据和行为就真的绑在了一起。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结构体装数据，函数指针装行为 —— 插件接口就是"结构体装函数指针"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原理深入：结构体的内存布局与对齐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sizeof(Account) 是 32 —— 成员的顺序会影响大小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6717"/>
            <a:ext cx="5769095" cy="3183636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926717"/>
            <a:ext cx="576909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981581"/>
            <a:ext cx="543991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内存布局（真实运行结果）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391232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struct Account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98623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int    id;          /* 4 字节 */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806014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char   name[20];    /* 20 字节 */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013405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double balance;     /* 8 字节 */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220796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428187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635578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偏移   成员            大小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842969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0 ~  3  int    id      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50360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4 ~ 23  char   name[20] 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257751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24 ~ 31  double balance   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465142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------------------------------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672533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sizeof(Account) = 32 字节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5479" y="1926717"/>
            <a:ext cx="5087575" cy="155448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55479" y="1926717"/>
            <a:ext cx="50292" cy="15544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8359" y="2109597"/>
            <a:ext cx="466695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⚡ 为什么要"对齐"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8359" y="2468498"/>
            <a:ext cx="4666951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CPU 访问对齐的数据更快。规则是：每个成员的偏移量必须是它自身大小的整数倍，整个结构体大小又是最大成员大小的整数倍。double 要从 8 的倍数处开始。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55479" y="3645789"/>
            <a:ext cx="5087575" cy="1596390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55479" y="3645789"/>
            <a:ext cx="50292" cy="159639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38359" y="3828669"/>
            <a:ext cx="466695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⚠️ 成员顺序会改变大小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38359" y="4187571"/>
            <a:ext cx="4666951" cy="871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把 double 放到 int 前面试试：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0~3 int 之后，balance 需要 8 对齐，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中间就要插 4 个填充字节，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结构体从 32 膨胀到 40。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结构体大小 = 成员之和 + 对齐填充；装不下的地方，编译器替你垫上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对比与辨析：平行数组 vs 结构体数组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同一个 ATM，两种数据组织方式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平行数组（第6讲）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结构体数组（第7讲）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0195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三个数组靠"同一个下标"暗中关联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1947672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90195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一条记录把相关字段天然绑在一起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1947672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18795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改一处要同步改三处，容易漏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233676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18795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改一个结构体就行，不会走散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233676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47396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加字段 = 再加一个数组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519680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47396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加字段 = 加一个成员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519680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942844"/>
            <a:ext cx="11094415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2979420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维度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5539" y="297942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平行数组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3305" y="297942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结构体数组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54324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390900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定义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5539" y="339090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3 个独立数组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305" y="339090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1 个结构体数组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765804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3802380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访问第 i 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95539" y="380238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ids[i] / names[i] / bals[i]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33305" y="380238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accounts[i].balance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177284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4213860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加字段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95539" y="421386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再加一个数组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3305" y="421386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加一个成员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588764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625340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排序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5539" y="462534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3 个数组同步搬移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33305" y="462534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搬移整个结构体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000244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6656" y="5036820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函数参数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95539" y="503682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3 个数组 + 长度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33305" y="5036820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结构体数组 + 长度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从"相关数据散落在不同数组"到"打包在一个结构体"——这就是数据封装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ATM 实战：本讲源码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src/struct_atm.c —— 结构体定义、成员访问、指针遍历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5990984" cy="276885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5990984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5661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struct_atm.c：一张名片装一个账户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struct Account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098370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int    id;              /* 账户 ID   */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05761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char   name[NAME_LEN];  /* 账户姓名  */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13152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double balance;         /* 账户余额  */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720543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927934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typedef struct Account Account;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135325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Account accounts[5] = {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42716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{1001, "张三", 1000.0},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550107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{1002, "李四", 2000.0},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757498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77368" y="1426464"/>
            <a:ext cx="4865686" cy="235407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77368" y="1426464"/>
            <a:ext cx="4865686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1960" y="1481328"/>
            <a:ext cx="453650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一个结构体指针，遍历所有账户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1960" y="1890979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show_all_accounts(void) {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1960" y="2098370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Account *p = accounts;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1960" y="2305761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for (int i = 0; i &lt; MAX_ACCOUNTS; i++) {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1960" y="2513152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printf("%d %s %.2f\n",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1960" y="2720543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       p-&gt;id, p-&gt;name, p-&gt;balance);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1960" y="2927934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p++;   /* 一个指针走完全程 */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1960" y="3135325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1960" y="3342716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378198"/>
            <a:ext cx="5990984" cy="942593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378198"/>
            <a:ext cx="50292" cy="942593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561078"/>
            <a:ext cx="557036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📇 一盒名片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919980"/>
            <a:ext cx="5570360" cy="2179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结构体数组 = 一盒名片；结构体指针 = 一张一张往下取。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77368" y="4378198"/>
            <a:ext cx="4865686" cy="12801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77368" y="4378198"/>
            <a:ext cx="4865686" cy="36576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23672" y="4433062"/>
            <a:ext cx="457307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真实运行（节选）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3672" y="4835398"/>
            <a:ext cx="4573078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Account 结构体大小：32 字节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3672" y="5073523"/>
            <a:ext cx="4573078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  char name[20]: 20 字节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3672" y="5311648"/>
            <a:ext cx="4573078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1001  张三  1500.00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运行演示：真实编译与运行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账户列表、存款、交易记录、结构体大小 —— 全部来自真实运行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2788"/>
            <a:ext cx="6656649" cy="359841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732788"/>
            <a:ext cx="6656649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787652"/>
            <a:ext cx="632746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终端实录（真实输出，未删改）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197303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gcc -Wall -o struct_atm.exe struct_atm.c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04694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（无警告 —— 结构体与成员访问都用对了）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612085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printf '1001\n2\n500\n5\n6\n0\n' | ./struct_atm.exe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819476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========================================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26867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欢迎使用 CCIT ATM 系统（结构体版）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234258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========================================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41649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支持 5 个账户 | 记录最近 10 笔交易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49040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账户ID: 1001  姓名: 张三  余额: 1000.00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56431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请输入您的账户ID：登录成功！欢迎，张三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063822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请输入存款金额：操作成功！存入 500.00 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271213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【交易记录】1  存款  500.00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478604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1001     张三   1500.00   ← 成员被改了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685995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Account 结构体大小：32 字节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893386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echo $?     →     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43033" y="1732788"/>
            <a:ext cx="4200022" cy="370332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43033" y="1732788"/>
            <a:ext cx="50292" cy="37033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5913" y="1915668"/>
            <a:ext cx="377939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👀 要看清楚的六个点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5913" y="2274569"/>
            <a:ext cx="3779398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① 编译零警告：成员访问都对得上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② 账户列表：一个结构体数组全管住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③ 存款 500：余额由 1000 变 1500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④ 交易记录：一条记录一行显示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⑤ 结构体大小 32 字节：4+20+8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⑥ 退出码 0：程序干净收场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片尾有真实运行演示动画，右侧并列展示 src/struct_atm.c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本讲在主线上的位置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第②级"函数"的数据面：结构体是接口与链表的共同前身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2758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🧭 一条主线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六级台阶：表达式 → 函数 → 模块 → 库 → 插件 → 框架。本讲仍在第②级夯数据的地基，但它第一次把"数据"组织成"对象"——一个账户就是一条记录。链表节点、插件接口，都是在这个"结构体"上继续生长的。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① 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② 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← 本讲 ⭐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③ 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第4讲 ✅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④ 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⑤ 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⑥ 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第13讲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943350"/>
            <a:ext cx="5419191" cy="1629918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43350"/>
            <a:ext cx="50292" cy="162991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126230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本讲为终点贡献了什么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485132"/>
            <a:ext cx="4998567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结构体把相关数据打包成"一条记录"，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是"数据封装"的第一课；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结构体指针让函数改得到原数据，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这正是后面所有接口的传参方式。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3943350"/>
            <a:ext cx="5419191" cy="1629918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3943350"/>
            <a:ext cx="50292" cy="162991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126230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后面接着做什么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485132"/>
            <a:ext cx="4998567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第8讲：结构体加一个 next 指针，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就变成链表节点，大小不再固定；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第12讲：结构体里装一组函数指针，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就成了插件的统一接口。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从"散落的数据"到"打包的记录"——这一步是接口与链表共同的起点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先自己想，再看下一页的参考解答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29968"/>
            <a:ext cx="11094415" cy="1453895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29968"/>
            <a:ext cx="50292" cy="145389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1284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思考题 ①：结构体大小等于各成员之和吗？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71749"/>
            <a:ext cx="10673791" cy="72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直觉上 sizeof(struct Account) 应该是 4 + 20 + 8 = 32 字节，可只要把成员的顺序换一下，结果就可能变成 40。为什么结构体的大小会"多出几个字节"？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提示：CPU 读对齐的数据更快；想想每个成员的偏移量必须满足什么条件。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21608"/>
            <a:ext cx="11094415" cy="1417320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21608"/>
            <a:ext cx="5029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90448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思考题 ②：结构体赋值是浅拷贝还是深拷贝？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63390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Account b = a; 之后改 b 的余额，a 的余额却没变——因为成员都是值类型，复制是安全的。可如果成员是一个指针呢？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提示：什么叫"浅拷贝"？两个结构体的指针成员指向同一块内存，会发生什么？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带着问题翻页，比直接看答案收获大得多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看看你的思路和参考答案差在哪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74367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74367"/>
            <a:ext cx="50292" cy="261061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57247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解答 ①：多出来的叫"填充字节"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16148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不一定相等，因为内存对齐。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规则一：成员偏移量必须是自身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大小的整数倍（double → 8 对齐）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规则二：总大小是最大成员的整数倍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本讲 Account 顺序正好命中：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0/4/24 都是合法偏移，所以 = 32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把 double 提前就要插 4 个填充，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变成 40。这是"空间换时间"：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多占几字节，换更快的访问。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174367"/>
            <a:ext cx="5428335" cy="282016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174367"/>
            <a:ext cx="50292" cy="282016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357247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解答 ②：浅拷贝，指针成员要当心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716148"/>
            <a:ext cx="5007711" cy="2095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结构体赋值是逐字节的浅拷贝。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成员是 int、double、字符数组时，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复制的是值，安全。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成员是指针时，只复制地址：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两个指针指向同一块内存，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改一个另一个跟着变；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一个 free 了，另一个成野指针，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两个都 free 更是 double free。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解法：手写深拷贝函数，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为指针成员重新 malloc 再复制内容。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记住两句话：对齐是为了快，浅拷贝是要小心指针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两题进阶：从成员访问接到"结构体像不像类"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48256"/>
            <a:ext cx="11094415" cy="141732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48256"/>
            <a:ext cx="50292" cy="14173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思考题 ③：. 和 -&gt; 有什么区别？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90037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给定 Account acc; Account* p = &amp;acc; 以下哪些写法对：① acc.id ② acc-&gt;id ③ p.id ④ p-&gt;id ⑤ (*p).id ⑥ *p.id？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提示：. 的优先级高于 *；再想想 -&gt; 到底等价于什么。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03320"/>
            <a:ext cx="11094415" cy="1417320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0292" cy="1417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思考题 ④：结构体和"类"有什么相似与不同？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45102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C 的结构体把数据打包在一起，很像面向对象里的"属性"；操作结构体的函数很像"方法"。那 C 的结构体和类，到底差在哪？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提示：类有访问控制、继承、多态，C 结构体有吗？在结构体里放函数指针成员，是在模拟什么？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这两题想通了，第12讲的插件接口就提前入门了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把今天的"结构体"接到接口抽象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79142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79142"/>
            <a:ext cx="50292" cy="261061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解答 ③：对的四个，错的看优先级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20923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① acc.id   ✅ 变量用点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② acc-&gt;id  ❌ acc 不是指针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③ p.id     ❌ p 是指针，没这成员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④ p-&gt;id    ✅ 指针用箭头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⑤ (*p).id  ✅ 先解引用再取成员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⑥ *p.id    ❌ 被解释成 *(p.id)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-&gt; 就是 (*p). 的语法糖，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编译器内部处理完全一样。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一句话：变量用点，指针用箭头。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279142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279142"/>
            <a:ext cx="50292" cy="261061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解答 ④：相似在封装，不同在"绑定"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820923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相似：都自定义类型、都打包数据；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结构体 + 操作函数 ≈ 类的属性和方法。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不同一：数据与行为是分离的，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函数在结构体外面。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不同二：没有 public/private 访问控制。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不同三：没有继承，没有虚函数多态。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怎么模拟：把函数指针放进结构体，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再用 init 函数把"方法"绑上去。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Linux 内核的 file_operations 正是如此。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C 没有类，但"结构体 + 函数指针"能把它模拟出来 —— 这就是插件接口的根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小结与预告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第7讲 结构体 —— 把相关数据打包到一起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第7讲 结构体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1081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1081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📝 一句话总结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结构体是把相关数据打包到一起的自定义类型：一次定义一张"图纸"，声明变量才分配内存；变量用点、指针用箭头；结构体指针能遍历、能改原数据；typedef 给它起个短名字。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56738"/>
            <a:ext cx="11094415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9331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2320" y="2893314"/>
            <a:ext cx="2221315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知识点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3092" y="2893314"/>
            <a:ext cx="7768522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关键句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6821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0479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2320" y="3304794"/>
            <a:ext cx="2221315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结构体定义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3092" y="3304794"/>
            <a:ext cx="7768522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struct 自定义类型，把相关数据绑在一起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67969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71627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2320" y="3716274"/>
            <a:ext cx="2221315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成员访问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3092" y="3716274"/>
            <a:ext cx="7768522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变量用点（.），指针用箭头（-&gt;）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9117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12775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2320" y="4127754"/>
            <a:ext cx="2221315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结构体指针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3092" y="4127754"/>
            <a:ext cx="7768522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衔接第5讲，一个指针遍历一条记录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0265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53923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2320" y="4539234"/>
            <a:ext cx="2221315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值传递 vs 指针传递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83092" y="4539234"/>
            <a:ext cx="7768522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值传递安全但复制，指针传递高效能改原数据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1413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95071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2320" y="4950714"/>
            <a:ext cx="2221315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typedef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83092" y="4950714"/>
            <a:ext cx="7768522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给类型起短名，代码更简洁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32561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536219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2320" y="5362194"/>
            <a:ext cx="2221315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数据封装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83092" y="5362194"/>
            <a:ext cx="7768522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结构体装数据，函数指针装行为 —— 接口的种子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下一讲：链表 —— 结构体加一个 next 指针，大小不再固定（第8讲）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