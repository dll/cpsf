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6D28D9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第8讲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6D28D9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6D28D9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78308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600" b="1" i="0">
                <a:solidFill>
                  <a:srgbClr val="1F2937"/>
                </a:solidFill>
                <a:latin typeface="微软雅黑"/>
              </a:rPr>
              <a:t>链表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260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6D28D9"/>
                </a:solidFill>
                <a:latin typeface="微软雅黑"/>
              </a:rPr>
              <a:t>动态数据的灵活管理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611880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8404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第7讲把一条记录打包好了，可它还是装在数组里，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大小一开始就定死：多了放不下，少了又浪费。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银行客户从 5 个涨到 5000 个，难道每次都要改代码？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本讲用指针把节点串起来——车厢随挂随摘，大小随时变。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第②级"函数"的数据面 —— 从"固定大小"到"动态增长"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5073"/>
            <a:ext cx="11094415" cy="1244346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5073"/>
            <a:ext cx="50292" cy="124434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7953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76854"/>
            <a:ext cx="10673791" cy="519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前两讲解决了"数据怎么放"：数组排成一排、结构体打包成一条。但它们的容量都在编译期就定死了。本讲用"数据域 + 指针域"的节点，把一串数据动态串起来，这是第12讲插件链表管理的直接地基。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本讲深挖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473195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3180587"/>
            <a:ext cx="1589989" cy="82296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383406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678808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23003"/>
            <a:ext cx="50292" cy="12108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第5讲：指针能拿地址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第7讲：结构体把数据打包成一条记录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4223003"/>
            <a:ext cx="5419191" cy="12108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4223003"/>
            <a:ext cx="50292" cy="12108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405883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764785"/>
            <a:ext cx="4998567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第12讲：插件链表管理（每个插件一个节点）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第13讲：配置化菜单（菜单项用链表管）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链表 = 结构体 + 指针：把一条条记录用"挂钩"串成一列火车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上一讲的"痛"，本讲要解决什么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结构体把记录打包好了，可容量还是死的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229171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第7讲：已经做到的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234657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第8讲：要补上的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一个结构体就是一条完整记录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812923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76720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节点按需 malloc，大小不再定死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812923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结构体数组替代了平行数组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3098927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305320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头部插入、尾部插入，随时加一条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3098927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结构体指针能遍历、能改原数据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3384931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33921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用完 free，避免内存泄漏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3384931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16655"/>
            <a:ext cx="50292" cy="116052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坑一：容量定死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accounts[5] 想加第 6 个账户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只能改代码重新编译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834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3834" y="3716655"/>
            <a:ext cx="50292" cy="116052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6714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坑二：空间浪费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714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trans[10] 只用了 2 格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剩下 8 格也一直占着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9028" y="3716655"/>
            <a:ext cx="3564026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9028" y="3716655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1908" y="38995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坑三：会覆盖旧数据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908" y="4258437"/>
            <a:ext cx="314340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第 11 笔写回第 1 格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一年前的记录找不回来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8349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一句话：数组是"一排定长的储物柜"，链表是"一列随时加挂车厢的火车"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本讲用 malloc 按需分配 + 指针串联，把数据容量交给运行期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节点：数据域 + 指针域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每节车厢装自己的货，再用挂钩连上下一节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97612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🚃 节点就是一节火车车厢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链表的基本单位是节点：数据域存数据，指针域 next 存下一个节点的地址 —— 这叫自引用结构。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85466"/>
            <a:ext cx="5990984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585466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640330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节点定义：自引用结构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49981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typedef struct TransactionNode {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57372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    /* ---- 数据域 ----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64763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amount;   /* 交易金额 */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72154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int    type;     /* 交易类型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79545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  desc[40]; /* 交易描述 */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86936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    /* ---- 指针域 ---- */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94327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struct TransactionNode* next;  /* 下一节 */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01718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 TransactionNode;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7368" y="2585466"/>
            <a:ext cx="4865686" cy="173189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77368" y="2585466"/>
            <a:ext cx="4865686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1960" y="2640330"/>
            <a:ext cx="453650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一列链表：靠 next 串起来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1960" y="3049981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head ──&gt; [车厢A] ──&gt; [车厢B] ──&gt; [车厢C] ──&gt; NULL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1960" y="3257372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 数据+next    数据+next    数据+next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960" y="3464763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1960" y="3672154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head = NULL   一节车厢都没有（空链表）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960" y="3879545"/>
            <a:ext cx="4536502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next = NULL   最后一节，后面没车厢了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77368" y="4481957"/>
            <a:ext cx="4865686" cy="1160526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77368" y="4481957"/>
            <a:ext cx="50292" cy="116052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0248" y="4664837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🏬 一句话记住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0248" y="5023739"/>
            <a:ext cx="4445062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数组像一排紧挨着的储物柜；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链表像散落各地的仓库，只能顺着线索找。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节点 = 数据 + 挂钩；挂钩没了（NULL），这列火车就到头了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创建与销毁：malloc 与 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节点在堆上按需分配，用完必须手动释放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🧱 堆上的节点，手动管理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链表节点分配在堆上，用 malloc 申请、free 释放。malloc 不会自动回收：只 malloc 不 free，就是内存泄漏——借了车厢不还，停车场越来越满。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6926"/>
            <a:ext cx="5769095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836926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91790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创建：malloc 一块，填好数据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0144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TransactionNode* create_trans_node(...) {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50883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TransactionNode* node 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71622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malloc(sizeof(TransactionNode));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923614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if (node == NULL) return NULL;  /* 分配失败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31005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node-&gt;amount = amount;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38396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node-&gt;next = NULL;   /* 新节点暂时无后继 */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545787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return node;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753178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5479" y="2836926"/>
            <a:ext cx="5087575" cy="256146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5479" y="2836926"/>
            <a:ext cx="508757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071" y="2891790"/>
            <a:ext cx="475839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销毁：先存 next，再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071" y="3301441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trans_destroy(void) 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071" y="3508832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TransactionNode* cur = trans_head;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071" y="3716223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while (cur != NULL) 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071" y="3923614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TransactionNode* tmp = cur;  /* 先存 */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071" y="4131005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cur = cur-&gt;next;             /* 再移 */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071" y="4338396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free(tmp);                   /* 后释放 */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071" y="4545787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071" y="4753178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trans_head = NULL;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071" y="4960569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顺序一定是"先记住下一节，再拆这一节"——先 free 再取 next 会用已释放的内存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增：头部插入与尾部插入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头插只改两个指针 O(1)，尾插要先走到末尾 O(n)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62061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762061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16925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头部插入  O(1)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816925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尾部插入  O(n)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3754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新节点指向旧头，头指针改指新节点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283269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23754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先走到最后一节，再挂上新车厢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283269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55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只改两个指针，不用遍历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569273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52355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要遍历到末尾，规模大时较慢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569273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0955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适合"最近发生的排最前"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855277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80955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适合"按时间顺序留档"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855277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260153"/>
            <a:ext cx="5547207" cy="193929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260153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315017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头插：两个指针搞定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724668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头部插入：O(1)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932059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node-&gt;next = trans_head;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4139450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trans_head = node;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346841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554232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插入前：head -&gt; A -&gt; B -&gt; NULL   */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761623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插入后：head -&gt; NEW -&gt; A -&gt; B    */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33591" y="3260153"/>
            <a:ext cx="5309463" cy="2146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33591" y="3260153"/>
            <a:ext cx="53094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183" y="3315017"/>
            <a:ext cx="4980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尾插：先走到末尾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8183" y="3724668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尾部插入：O(n) */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8183" y="393205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if (trans_head == NULL) {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8183" y="4139450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trans_head = node; return;   /* 空链表 */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8183" y="4346841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8183" y="4554232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TransactionNode* cur = trans_head;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8183" y="4761623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while (cur-&gt;next != NULL) cur = cur-&gt;next;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8183" y="4969014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cur-&gt;next = node;   /* 走到末尾再挂 */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记住两个动作：头插 = 改两个指针；尾插 = 先走到末尾，再挂车厢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删：按值删除与按位置删除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删除的关键是拿到"前驱节点"，再让前驱跳过被删节点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97612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✂️ 摘车厢：先重新挂钩，再运走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删除分两种：删头节点就头指针后移；删中间节点要先找到前驱，再让前驱跳过它。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85466"/>
            <a:ext cx="5769095" cy="297624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585466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640330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按值删除（删头是特殊情况）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4998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按值删除：删金额匹配的第一个节点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5737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if (trans_head-&gt;amount == amount) {   /* 删头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6476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TransactionNode* tmp = trans_head;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72154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trans_head = trans_head-&gt;next;  free(tmp);  return;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79545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86936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while (cur != NULL) {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94327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if (cur-&gt;amount == amount) 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01718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prev-&gt;next = cur-&gt;next;  free(cur);  return;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09109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916500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prev = cur;  cur = cur-&gt;next;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12389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5479" y="2585466"/>
            <a:ext cx="5087575" cy="1160526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55479" y="2585466"/>
            <a:ext cx="50292" cy="116052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38359" y="2768346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删中间节点要前驱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8359" y="3127248"/>
            <a:ext cx="4666951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prev-&gt;next = cur-&gt;next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前驱跳过当前节点，再 free 掉它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55479" y="3910583"/>
            <a:ext cx="5087575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55479" y="3910583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8359" y="4093464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改数据：找到再改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8359" y="4452366"/>
            <a:ext cx="4666951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cur-&gt;type = new_type;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修改本身 O(1)，查找 O(n)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删除不是"抹掉"，而是"改挂钩 + 还内存"，缺一不可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查与遍历 —— 以及它在插件框架中的应用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从 head 走到 NULL，一个 while 走完全链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88934"/>
            <a:ext cx="5547207" cy="339102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88934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43798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查与遍历：从 head 到 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53449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遍历：从头走到 NULL */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60840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TransactionNode* cur = trans_head;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768231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while (cur != NULL) {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975622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printf("%.2f %s\n", cur-&gt;amount, cur-&gt;desc);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83013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cur = cur-&gt;next;   /* 移动到下一节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390404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597795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805186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查找：遍历中比较，命中就返回 */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12577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while (cur != NULL)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219968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if (cur-&gt;id == id) return cur;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27359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cur = cur-&gt;next;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634750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842141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return NULL;   /* 没找到 */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3591" y="1888934"/>
            <a:ext cx="5309463" cy="318363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33591" y="1888934"/>
            <a:ext cx="53094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8183" y="1943798"/>
            <a:ext cx="4980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本讲的终点：插件链表（预告第12讲）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8183" y="235344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插件框架里的"插件节点"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8183" y="2560840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typedef struct PluginNode 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8183" y="2768231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name[20];      /* 插件名 */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8183" y="2975622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feature[40];   /* 功能描述 */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8183" y="3183013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struct PluginNode* next;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8183" y="3390404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 PluginNode;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8183" y="3597795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8183" y="3805186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加载插件 = 头插到插件链表 */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8183" y="4012577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p-&gt;next = *head;  *head = p;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8183" y="4219968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8183" y="442735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执行所有插件 = 遍历链表 */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8183" y="4634750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while (cur) { run(cur); cur = cur-&gt;next; }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插件管理 = 链表 + 函数指针；配置化菜单 = 菜单项也是链表节点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原理深入：链表的内存布局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数组靠"连续"换 O(1)，链表靠"指针"换灵活性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2822"/>
            <a:ext cx="5990984" cy="27688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012822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067686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连续 vs 分散：两种内存模型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77337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数组：一整块连续内存 */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84728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[10][20][30][40][50]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892119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100 104 108 112 116   下标一步定位 O(1)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099510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06901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链表：节点分散在堆上，靠 next 串联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514292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head -&gt; [10|next] -&gt; [20|next] -&gt; [30|NULL]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721683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 0x1400        0x2200        0x900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929074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要访问第 3 个，只能顺指针走 3 步 O(n)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36465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43856"/>
            <a:ext cx="5661800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但增删只要改指针，不必搬家 */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77368" y="2012822"/>
            <a:ext cx="4865686" cy="160020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77368" y="2012822"/>
            <a:ext cx="50292" cy="1600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60248" y="2195702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⚡ 为什么链表不能随机访问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248" y="2554603"/>
            <a:ext cx="4445062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数组知道首地址和元素大小，第 i 个元素地址一次乘法加法就算出来；链表每个节点的地址都不确定，只能顺着 next 一节一节找。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77368" y="3777614"/>
            <a:ext cx="4865686" cy="137845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77368" y="3777614"/>
            <a:ext cx="50292" cy="137845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0248" y="3960494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⚖️ 代价换来了什么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0248" y="4319396"/>
            <a:ext cx="4445062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每个节点多一个 next 指针，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换来的却是"想加就加、想删就删"。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空间与灵活性的取舍。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数组用连续换速度，链表用指针换灵活 —— 没有免费的结构，只有合适的场景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对比与辨析：链表 vs 数组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同一个问题，两种数据结构，选谁看场景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数组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链表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一整块连续内存，下标直接定位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1947672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节点分散在堆上，靠指针串联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1947672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大小编译期定死，运行期不变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233676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大小运行期可变，想加就加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233676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随机访问 O(1)，插入删除 O(n)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519680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访问第 i 个 O(n)，增删只改指针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519680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42844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297942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3650" y="297942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数组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2360" y="297942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链表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432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9090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内存布局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650" y="339090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连续分配，一整块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2360" y="339090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分散分配，指针相连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765804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380238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访问第 i 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73650" y="380238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O(1)，一步算到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2360" y="380238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O(n)，从头顺着走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7728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21386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插入 / 删除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3650" y="421386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O(n)，后面全体搬家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2360" y="421386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O(1)，改两个指针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588764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62534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额外开销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3650" y="462534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2360" y="462534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每节点多一个 next 指针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000244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" y="5036820"/>
            <a:ext cx="177753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内存管理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73650" y="503682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自动或固定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2360" y="5036820"/>
            <a:ext cx="432925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malloc / free 手动管理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要频繁随机访问选数组，要频繁增删、大小不定选链表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ATM 实战：本讲源码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src/linked_atm.c —— 节点、malloc、插入、销毁一整套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769095" cy="27688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节点定义 + 创建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typedef struct TransactionNode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amount;  int type;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char   desc[DESC_LEN];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struct TransactionNode* next;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 TransactionNode;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TransactionNode* create_trans_node(...) 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TransactionNode* node = malloc(sizeof(*node));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node-&gt;next = NULL;  return node;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757498"/>
            <a:ext cx="543991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5479" y="1426464"/>
            <a:ext cx="5087575" cy="27688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55479" y="1426464"/>
            <a:ext cx="508757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071" y="1481328"/>
            <a:ext cx="475839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尾部插入：走到末尾再挂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071" y="1890979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尾部插入：追加到末尾 */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071" y="2098370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acct_insert_tail(int id, ...) {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071" y="2305761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AccountNode* node = create_acct_node(...);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071" y="2513152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if (acct_head == NULL) {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071" y="2720543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 acct_head = node;  return;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071" y="2927934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071" y="3135325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AccountNode* cur = acct_head;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071" y="3342716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while (cur-&gt;next != NULL) cur = cur-&gt;next;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071" y="3550107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cur-&gt;next = node;   /* 追加 */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071" y="3757498"/>
            <a:ext cx="4758391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378198"/>
            <a:ext cx="5769095" cy="94259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4378198"/>
            <a:ext cx="50292" cy="94259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561078"/>
            <a:ext cx="534847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🌱 链表的账要还清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919980"/>
            <a:ext cx="5348471" cy="2179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每个账户、每笔交易都是 malloc 出来的节点，退出前统一销毁。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5479" y="4378198"/>
            <a:ext cx="5087575" cy="11887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55479" y="4378198"/>
            <a:ext cx="5087575" cy="36576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01783" y="4433062"/>
            <a:ext cx="479496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真实运行（节选）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1783" y="4835398"/>
            <a:ext cx="4794967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已用链表加载 5 个账户。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01783" y="5073523"/>
            <a:ext cx="4794967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共 1 条交易记录（链表节点数）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1783" y="5311648"/>
            <a:ext cx="4794967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6EDF7"/>
                </a:solidFill>
                <a:latin typeface="Consolas"/>
              </a:rPr>
              <a:t>（链表已销毁，内存已释放）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运行演示：真实编译与运行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链表加载账户、交易入链、插件链表、内存释放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6656649" cy="401319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6656649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632746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终端实录（真实输出，未删改）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gcc -Wall -o linked_atm.exe linked_atm.c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（无警告 —— malloc / free 配对都用对了）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printf '1001\n2\n500\n5\n6\n7\n0\n' | ./linked_atm.exe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欢迎使用 CCIT ATM 系统（链表版）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动态交易记录 | 动态账户管理 | 无上限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已用链表加载 5 个账户。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账户ID: 1001  姓名: 张三  余额: 1000.00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请输入您的账户ID：登录成功！欢迎，张三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请输入存款金额：操作成功！存入 500.00 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757498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【交易记录】1  存款  500.00  张三 存入 500.00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964889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共 1 条交易记录（链表节点数）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172280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[1] 插件名：电子发票  |  功能：生成电子发票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379671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[2] 插件名：积分兑换  |  功能：积分兑换礼品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587062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[3] 插件名：汇率查询  |  功能：查询实时汇率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79445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（链表已销毁，内存已释放）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00184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echo $?     →    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43033" y="1426464"/>
            <a:ext cx="4200022" cy="3977639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43033" y="1426464"/>
            <a:ext cx="50292" cy="3977639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5913" y="1609344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👀 要看清楚的六个点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5913" y="1968245"/>
            <a:ext cx="3779398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编译零警告：malloc 与 free 配对了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5 个账户：全部 malloc 成节点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存款入链：交易追加到链表尾部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遍历统计：共 1 条交易记录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⑤ 插件链表：3 个插件就是一个链表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⑥ 退出前销毁：内存已释放，退出码 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片尾有真实运行演示动画，右侧并列展示 src/linked_atm.c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本讲在主线上的位置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第②级"函数"的数据面：链表是插件管理器的地基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2758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六级台阶：表达式 → 函数 → 模块 → 库 → 插件 → 框架。本讲仍在第②级夯数据的地基，却第一次让数据"动"了起来——不用预先知道有多少，运行期随时增删。第12讲的插件链表、第14讲的配置化菜单，都直接长在这套链表操作上。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本讲 ⭐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 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17068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55214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080893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376295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43350"/>
            <a:ext cx="50292" cy="162991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本讲为终点贡献了什么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链表让数据容量交给运行期：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malloc 按需分配、free 用完归还；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增删只改指针，不必搬家。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插件链表管理就是它的直接应用。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3943350"/>
            <a:ext cx="5419191" cy="162991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3943350"/>
            <a:ext cx="50292" cy="162991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126230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后面接着做什么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485132"/>
            <a:ext cx="4998567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第12讲：链表节点里装函数指针，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变成可统一调用的插件接口；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第13讲：菜单项也用链表管理，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加一个插件就自动多一行菜单。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数组把数据排成一排，链表把数据串成一列 —— 后者才是动态和插件的地基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8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9968"/>
            <a:ext cx="50292" cy="145389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1284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①：链表为什么不能随机访问？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71749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数组能用 arr[5] 一步定位第 6 个元素，链表却必须从头逐个遍历。这是为什么？如果写一个 get_at(head, index) 取第 index 个节点，复杂度是多少？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提示：数组元素在内存里连续排列，有地址公式；链表的节点却分散在堆上。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1608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21608"/>
            <a:ext cx="50292" cy="14173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0448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②：忘记 free 会怎样？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63390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一个函数里 malloc 了一个节点却没有 free，函数结束后这个节点会怎样？如果这个函数被调用一百万次呢？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提示：malloc 的内存在堆上，谁负责回收？什么叫"内存泄漏"？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看看你的思路和参考答案差在哪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79142"/>
            <a:ext cx="50292" cy="26106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①：内存布局不同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数组元素连续排列，地址可以算：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arr[i] 地址 = 首地址 + i × 元素大小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所以一步乘法加法就定位，O(1)。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链表节点是 malloc 分散分配的，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每个节点在哪并不确定，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没有公式能算出第 5 个在哪，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只能顺着 next 一节节找，O(n)。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结论：频繁随机访问选数组，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频繁增删、大小不定选链表。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279142"/>
            <a:ext cx="5428335" cy="240106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279142"/>
            <a:ext cx="50292" cy="240106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②：堆内存不会自动收回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820923"/>
            <a:ext cx="5007711" cy="167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node 是局部变量，在栈上，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函数结束它自动消失；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但 malloc 的内存在堆上，不会自动释放。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指针一消失，那块内存就再也找不到，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没法 free —— 这就是内存泄漏。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调用一百万次，每次漏一个节点，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累计几十 MB，长期运行必然崩溃。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好习惯：每个 malloc 都要配一个 free。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C 给你动态内存的自由，也把"记得归还"的责任一并交给你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两题进阶：有序插入，以及链表有环怎么办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48256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5029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③：有序链表的插入怎么做？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90037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假设链表按金额从小到大排序，现在插入一笔新交易，插入后仍要有序，该怎么写？复杂度是多少？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提示：找到第一个比新节点大的位置，插在它前面；想想空链表和插在末尾这两种情况。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03320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0292" cy="1417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思考题 ④：链表有环会怎样，如何检测？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45102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如果某个节点的 next 不是指向后面，而是指向前面的节点，就形成了"环"。遍历这样的链表会怎样？怎么检测有没有环？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提示：while 循环里 cur 永远不等于 NULL 会怎样？有没有不用额外空间的办法？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这两题想通了，链表的"指针操作"就真正练到手了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把今天的"指针串联"接到链表的两个经典难题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4367"/>
            <a:ext cx="5428335" cy="282016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74367"/>
            <a:ext cx="50292" cy="282016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③：找位置，插前面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16148"/>
            <a:ext cx="5007711" cy="2095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从 head 开始找第一个比新值大的节点，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把新节点插在它前面。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若链表为空，或头节点就比新值大，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直接插到头部；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若走到末尾都没找到更大的，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就追加到末尾。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循环条件用 cur-&gt;next 判断：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while (cur-&gt;next &amp;&amp; cur-&gt;next-&gt;amount &lt; v)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时间复杂度 O(n)。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应用：优先队列、按时间排序的流水。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174367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174367"/>
            <a:ext cx="50292" cy="261061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3572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解答 ④：快慢指针判环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716148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有环时 while (cur != NULL) 永远不结束，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程序死循环，CPU 占用拉满。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检测办法一：记下走过的每个节点地址，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发现重复即有环 —— 需要 O(n) 额外空间。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办法二（Floyd 判圈）：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慢指针一次走一步，快指针一次走两步，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若有环，快指针迟早追上慢指针；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若快指针走到 NULL，就没有环。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时间 O(n)，空间 O(1)，经典面试题。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指针是链表的灵魂：会写指针，才真正踏入数据结构的大门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第8讲 链表 —— 动态数据的灵活管理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第8讲 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108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链表用"数据域 + 指针域"的节点，把一串数据动态串起来：malloc 按需分配、free 用完归还；头插 O(1)、尾插 O(n)；删除要先找到前驱；访问必须从头遍历。大小随时可变，这就是它的价值。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6738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933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8933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203" y="28933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6821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047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3047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节点结构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203" y="33047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数据域 + 指针域，next 是自引用指针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7969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71627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71627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创建与销毁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203" y="371627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malloc 分配、free 释放；先存 next 再 free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9117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2775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412775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1203" y="412775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头部插入 O(1)，尾部插入 O(n)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0265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53923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53923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203" y="453923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按值 / 按位置，关键是找到前驱再改指针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1413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9507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9507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查与改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1203" y="49507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遍历从 head 到 NULL；修改前先查找 O(n)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2561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3621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3621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链表 vs 数组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1203" y="53621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链表动态灵活但只能顺序访问，数组随机访问快但大小固定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下一讲：静态库 —— 把链表代码打包成 .a，跨项目复用（第9讲）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