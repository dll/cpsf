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2410C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第9讲 / 共 14 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从一行 printf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到软件体系的插件框架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600" b="1" i="0">
                <a:solidFill>
                  <a:srgbClr val="1F2937"/>
                </a:solidFill>
                <a:latin typeface="微软雅黑"/>
              </a:rPr>
              <a:t>静态库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260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0">
                <a:solidFill>
                  <a:srgbClr val="C2410C"/>
                </a:solidFill>
                <a:latin typeface="微软雅黑"/>
              </a:rPr>
              <a:t>把代码打包成工具箱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61188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84048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第4讲把 ATM 拆成多个文件，编译却要一次次重来：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重复编译、不便分发、命令冗长、源码全暴露。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本讲请出 ar 工具，把一堆 .o 打包成一个 .a，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别人只拿头文件和库就能用——实现藏在里面。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知识图谱：本讲站在哪里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六级台阶的第四级 —— 库，第一次把"编译好的二进制"当零件复用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76403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76403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🎯 本讲定位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1039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前八讲，我们一直在"往上搭"：表达式、函数、模块，一级比一级抽象，但代码始终以"源文件"的形式在项目之间流转。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本讲站上第四级——库。从这一级起，复用的单位不再是源码，而是编译好的目标文件；别人拿到的只是接口，不是实现。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你在这里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34078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434078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616958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⬅ 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975860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第4讲：头文件分离了接口与实现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第5~8讲：指针 / 数组 / 结构体 / 链表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4434078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4434078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616958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➡ 后续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975860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第10讲：动态库，让多个程序共享一份代码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第11讲：运行时加载，插件雏形登场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本讲把多个 .o 封成一个 .a：复用从"源码级"升级为"二进制级"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上一讲的"痛"，本讲要解决什么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第4讲的多文件编程，撑不起"跨项目复用"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第4讲：已经做到的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第9讲：要补上的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头文件分离接口与实现，模块化初成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81292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把编译好的 .o 打包成一个 .a 归档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812923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用 gcc 一次编译多个 .c 源文件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098927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只用 main.c + .h + .a 就能构建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098927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改动一个 .c，重编全部源文件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384931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不给源码也能用：实现藏在库里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384931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16655"/>
            <a:ext cx="2622727" cy="11605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16655"/>
            <a:ext cx="50292" cy="11605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99535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痛一：重复编译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8437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account.c 没改过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也要跟着重编一遍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2535" y="3716655"/>
            <a:ext cx="2622727" cy="1160526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2535" y="3716655"/>
            <a:ext cx="50292" cy="116052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55415" y="3899535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痛二：不便分发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5415" y="4258437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想给别人用账户模块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得给一堆 .c 源文件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6431" y="3716655"/>
            <a:ext cx="2622727" cy="1160526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6431" y="3716655"/>
            <a:ext cx="50292" cy="116052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9311" y="3899535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9"/>
                </a:solidFill>
                <a:latin typeface="微软雅黑"/>
              </a:rPr>
              <a:t>痛三：命令冗长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9311" y="4258437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文件越多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gcc 后面跟的名字越长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0327" y="3716655"/>
            <a:ext cx="2622727" cy="116052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20327" y="3716655"/>
            <a:ext cx="50292" cy="116052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3207" y="3899535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痛四：无法保密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3207" y="4258437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给源码 = 给全部实现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知识产权保不住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78349"/>
            <a:ext cx="11094415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▸ 一句话：代码想跨项目复用，却只能以"源码"形式交付，重编、冗长、还泄密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本讲用 ar 打一个包，同时填掉这四个坑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静态库是什么：把 .o 收进一个工具箱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静态库 = 把多个目标文件(.o)打包成一个归档文件(.a)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📌 先想清楚：一个 .o 已经能用了，为什么还要打包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编译到"汇编"这一步，每个 .c 都会变成一个 .o 目标文件——里面的机器码已经生成，只差最后一步"把地址接上"。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静态库做的事非常朴素：把这堆 .o 原封不动地装进一个文件，再配一张"谁在哪个 .o 里"的索引表。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73502"/>
            <a:ext cx="2540431" cy="9601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23171"/>
            <a:ext cx="23575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① 编译各模块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4448"/>
            <a:ext cx="2357551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gcc -c 逐个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.c → .o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16503" y="323469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99967" y="2873502"/>
            <a:ext cx="2540431" cy="9601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1407" y="3023171"/>
            <a:ext cx="23575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② ar 打包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1407" y="3334448"/>
            <a:ext cx="2357551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ar rcs 合成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libaccount.a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67831" y="323469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2873502"/>
            <a:ext cx="2540431" cy="9601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2735" y="3023171"/>
            <a:ext cx="23575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③ 编译主程序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2735" y="3334448"/>
            <a:ext cx="2357551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gcc -c main.c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→ main.o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19159" y="323469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02623" y="2873502"/>
            <a:ext cx="2540431" cy="96012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4063" y="3023171"/>
            <a:ext cx="23575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④ 链接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063" y="3334448"/>
            <a:ext cx="2357551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-L. -laccount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复制代码进 exe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53078"/>
            <a:ext cx="5419191" cy="1403604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53078"/>
            <a:ext cx="50292" cy="14036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35958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🖥️ 与平台有关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94860"/>
            <a:ext cx="4998567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Linux / MinGW 下叫 libaccount.a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MSVC 下叫 account.lib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归档格式不同，思路完全一样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863" y="4053078"/>
            <a:ext cx="5419191" cy="1403604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3863" y="4053078"/>
            <a:ext cx="50292" cy="14036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6743" y="4235958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🔖 命名规则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743" y="4594860"/>
            <a:ext cx="4998567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命名规则：lib + 名字 + .a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链接时写 -laccount，gcc 自动补全为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libaccount.a，少写多省事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静态库不产生新代码，它只是把已经编好的 .o 装进一个盒子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ar rcs：三个字母各有分工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r 插入替换 / c 静默创建 / s 建立符号索引，缺一个都别扭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26464"/>
            <a:ext cx="5769095" cy="42100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63040"/>
            <a:ext cx="128050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620" y="1463040"/>
            <a:ext cx="404967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作用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47469"/>
            <a:ext cx="5769095" cy="42100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884045"/>
            <a:ext cx="128050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r · replace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620" y="1884045"/>
            <a:ext cx="404967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把 .o 插入归档；同名成员直接替换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68474"/>
            <a:ext cx="5769095" cy="4210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305050"/>
            <a:ext cx="128050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c · create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620" y="2305050"/>
            <a:ext cx="404967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归档不存在时静默创建，不弹警告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89479"/>
            <a:ext cx="5769095" cy="42100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726055"/>
            <a:ext cx="128050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s · symbol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620" y="2726055"/>
            <a:ext cx="404967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写入符号索引表，链接器可快速定位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5479" y="1426464"/>
            <a:ext cx="5087575" cy="248031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55479" y="1426464"/>
            <a:ext cx="508757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071" y="1481328"/>
            <a:ext cx="475839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加 s / 不加 s 的区别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071" y="1890979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ar rcs libaccount.a account.o transaction.o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071" y="2089353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071" y="2287727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不加 s：也能生成库，但库里没有索引表 */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071" y="2486101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ar rcs libaccount.a account.o transaction.o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071" y="2684475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→ libaccount.a（缺符号索引）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071" y="2882849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gcc -o atm main.o -L. -laccount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071" y="3081223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→ 链接器只能逐个 .o 线性查找，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071" y="3279597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慢；旧版链接器甚至报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071" y="3477971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"no symbol table" 直接失败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126230"/>
            <a:ext cx="11094415" cy="1194053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126230"/>
            <a:ext cx="50292" cy="119405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0911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💡 为什么偏偏是 s 这么重要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68012"/>
            <a:ext cx="10673791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s 省掉的是链接器的麻烦：有索引表，链接器一眼就知道 account_create 在 account.o 里；没有索引，只能把每个成员翻一遍。ranlib 命令等价于补建索引，ar rcs 的 s 就是顺手把它做了。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r 管放进去，c 管静静建，s 管查得快 —— 三个字母少一个都不顺手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归档里到底装了什么：ar t 与 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一张表看清 .a 的内部；两条命令随时验货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547207" cy="34721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5547207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21802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libaccount.a 内部结构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libaccount.a  （归档文件）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9353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┌────────────────────────────────┐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87727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归档头：成员名 + 偏移          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86101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├────────────────────────────────┤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84475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account.o                      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82849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  account_create / _deposit   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81223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  account_withdraw / _find     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79597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  static accounts[]         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77971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├────────────────────────────────┤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676345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transaction.o                 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74719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  transaction_deposit / _transfer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073093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├────────────────────────────────┤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71467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│ 符号索引表（ar s 生成）          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69841"/>
            <a:ext cx="521802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└────────────────────────────────┘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3591" y="1426464"/>
            <a:ext cx="5309463" cy="2678683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33591" y="1426464"/>
            <a:ext cx="5309463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8183" y="1481328"/>
            <a:ext cx="49802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两条验货命令（真实输出）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8183" y="1890979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ar t libaccount.a      # 看有哪些成员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8183" y="2089353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account.o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8183" y="2287727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transaction.o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8183" y="2486101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8183" y="2684475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nm libaccount.a        # 看导出了哪些符号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8183" y="2882849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account.o: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8183" y="3081223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0000...05c9 T account_count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8183" y="3279597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0000...1c20 b account_count_val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8183" y="3477971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0000...0000 T account_create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8183" y="3676345"/>
            <a:ext cx="4980279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0000...01e9 T account_deposit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3591" y="4306316"/>
            <a:ext cx="5309463" cy="123444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33591" y="4306316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471" y="4489196"/>
            <a:ext cx="48888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🔍 怎么看符号表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471" y="4848098"/>
            <a:ext cx="488883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T 表示导出的函数（Text 段），b 表示文件级 static 数据。名字带 static 的 accounts[] 不会出现在 T 里——外部拿不到它。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界面（T 符号）露在外面，实现（static 数据）锁在 .a 里面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静态链接：链接器怎么把代码接上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main.o 带着一串"未定义符号"找上库，库把对应的 .o 交出来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🧭 一句话说清链接在干什么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main.o 里对 account_create 只有"调用"、没有"定义"，于是留下一个未定义符号（U）。链接器的任务就是拿这个 U 去库里换回一份定义（T），改对地址，合成可执行文件。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20162"/>
            <a:ext cx="6878537" cy="277787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20162"/>
            <a:ext cx="6878537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75026"/>
            <a:ext cx="654935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链接器工作示意（U = 未定义，T = 已定义）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84677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main.o                    libaccount.a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474034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┌────────────┐            ┌─────────────────┐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63391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main()     │  查符号    │ account.o  T:   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852748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U account_ │ ────────&gt; │  account_create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42105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  create   │           │  account_deposit│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231462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U account_ │           │ transaction.o  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20819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  deposit  │           │  transaction_*  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10176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└─────┬──────┘           └────────┬────────┘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99533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  │    复制定义所在的 .o 代码    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988890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  └───────────┬──────────────┘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178247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              ▼  atm_static.exe（自带库代码）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4921" y="2820162"/>
            <a:ext cx="3978133" cy="862774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64921" y="2820162"/>
            <a:ext cx="50292" cy="86277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7801" y="3003042"/>
            <a:ext cx="35575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D4ED8"/>
                </a:solidFill>
                <a:latin typeface="微软雅黑"/>
              </a:rPr>
              <a:t>① 收集未定义符号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7801" y="3290506"/>
            <a:ext cx="355750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扫 main.o，记录所有 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4921" y="3829240"/>
            <a:ext cx="3978133" cy="862774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64921" y="3829240"/>
            <a:ext cx="50292" cy="86277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7801" y="4012120"/>
            <a:ext cx="35575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F766E"/>
                </a:solidFill>
                <a:latin typeface="微软雅黑"/>
              </a:rPr>
              <a:t>② 到库里查索引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7801" y="4299585"/>
            <a:ext cx="355750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靠 ar s 建的索引定位 .o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64921" y="4838319"/>
            <a:ext cx="3978133" cy="862774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64921" y="4838319"/>
            <a:ext cx="50292" cy="86277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7801" y="5021199"/>
            <a:ext cx="35575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C2410C"/>
                </a:solidFill>
                <a:latin typeface="微软雅黑"/>
              </a:rPr>
              <a:t>③ 复制并重定位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7801" y="5308663"/>
            <a:ext cx="355750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搬代码、改地址、写 exe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链接 = 把"引用"换成"定义"，把分散的 .o 拼成一个自洽的可执行文件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静态库的优点与代价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执行快、部署简单、能保护实现；但体积大、内存重复、更新要重链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7402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077402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2266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优点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132266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代价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5289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执行快：代码已在 exe 里，无加载开销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598610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55289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体积大：每个程序都复制一份库代码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598610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0639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部署简单：一个 exe 走天下，不怕缺库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876359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830639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内存重复：多进程同时跑，各占一份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876359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38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兼容好：不受目标机器库版本影响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154108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10838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更新麻烦：库修 bug，全部程序重链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154108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8613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能保密：只给 .a + .h，不给 .c 源码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3" y="3431857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319" y="338613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无法热更：程序跑着不能换库的代码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15303" y="3431857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828478"/>
            <a:ext cx="11094415" cy="42100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65054"/>
            <a:ext cx="1333762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9874" y="3865054"/>
            <a:ext cx="9321741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什么时候该用静态库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49483"/>
            <a:ext cx="11094415" cy="42100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4286059"/>
            <a:ext cx="1333762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适合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9874" y="4286059"/>
            <a:ext cx="9321741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小型项目、嵌入式、对启动与性能极敏感、交付单文件的场景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70488"/>
            <a:ext cx="11094415" cy="4210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707064"/>
            <a:ext cx="1333762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不适合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29874" y="4707064"/>
            <a:ext cx="9321741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库会被频繁更新、多个程序想共享同一份库代码的大型系统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一句话：静态库用"重复一份"换来"简单可靠"——那能不能不重复？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原理深入：链接器到底搬走了多少？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提取的粒度是目标文件，不是单个函数 —— 这正是静态库的要害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40789"/>
            <a:ext cx="5990984" cy="256146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740789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95653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粒度是 .o，不是函数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05304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account.o 里有 1 个函数被用到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12695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account_create()   ← main 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20086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account_find()     ← 没人调用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27477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account_withdraw() ← 没人调用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34868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... 共 7 个函数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42259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49650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链接结果：整个 account.o 被复制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57041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atm_static.exe 里同时躺着 7 个函数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64432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其中 6 个永远不会被执行（死代码）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77368" y="1740789"/>
            <a:ext cx="4865686" cy="114376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77368" y="1740789"/>
            <a:ext cx="50292" cy="114376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0248" y="1923669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① 没被用到的 .o 不进来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0248" y="2282570"/>
            <a:ext cx="44450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库里的 transaction.o 若无人调用，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根本不会进入 exe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77368" y="3012567"/>
            <a:ext cx="4865686" cy="114376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77368" y="3012567"/>
            <a:ext cx="50292" cy="114376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0248" y="3195447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② 用到 1 个函数，整份 .o 进来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0248" y="3554349"/>
            <a:ext cx="44450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链接器不拆目标文件内部，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同 .o 里的"死代码"一并搬走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77368" y="4284344"/>
            <a:ext cx="4865686" cy="1143762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77368" y="4284344"/>
            <a:ext cx="50292" cy="114376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0248" y="4467224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③ 每个程序各复制一份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0248" y="4826126"/>
            <a:ext cx="44450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3 个程序链接同一个库，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磁盘 3 份、内存 3 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"每个程序自带一份副本"—— 下一讲动态库要解决的，正是这个问题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对比与辨析：静态库 vs 动态库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链接时复制代码，还是运行时共享代码？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6701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806701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61565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静态库 libaccount.a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861565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动态库 libaccount.dll（下一讲）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218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链接时把用到的代码复制进 exe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327909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28218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链接时只记下"我要用哪个函数"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327909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6819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运行时不再需要库文件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61391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56819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运行时才把代码加载 / 共享到内存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613913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5419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换库 = 重新链接每个程序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899917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85419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换库 = 直接替换那一个文件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899917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304793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341369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1762" y="334136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静态库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1416" y="334136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动态库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16273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752849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代码副本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1762" y="375284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每个 exe 一份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1416" y="375284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磁盘一份，多进程共享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27753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164329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更新库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1762" y="416432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所有程序重新链接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1416" y="416432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替换库文件即可，无需重编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39233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575809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部署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51762" y="457580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只需 exe，最省心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1416" y="457580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exe + 库文件，缺一不可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950713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987289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启动开销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51762" y="498728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零加载开销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1416" y="498728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启动要解析、加载符号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一句话分界：静态 = 链接时复制代码；动态 = 运行时共享代码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ATM 实战：本讲源码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src/account.c 打包装库，src/main.c 只用头文件调用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212872" cy="287705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account.c 关键片段（实现藏在库里）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account.c —— 会被打包进 libaccount.a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9353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static Account accounts[MAX_ACCOUNTS];  /* 内部数据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87727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static int next_id = 1001;              /* 外部看不见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86101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int account_create(const char *name, double initial_balance)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84475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82849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Account *acc = &amp;accounts[account_count_val];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81223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acc-&gt;id = next_id++;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79597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strncpy(acc-&gt;name, name, MAX_NAME_LEN - 1);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77971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printf("[开户] ID:%d  户名:%s\n", acc-&gt;id, acc-&gt;name);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676345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return acc-&gt;id;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74719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04689"/>
            <a:ext cx="6212872" cy="8707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04689"/>
            <a:ext cx="50292" cy="8707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87569"/>
            <a:ext cx="5792248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F766E"/>
                </a:solidFill>
                <a:latin typeface="微软雅黑"/>
              </a:rPr>
              <a:t>📄 account.h：只暴露接口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82971"/>
            <a:ext cx="579224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account.h 里只有函数声明，没有一行实现。给客户时，account.c 不必出门。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9256" y="1426464"/>
            <a:ext cx="4643798" cy="287705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99256" y="1426464"/>
            <a:ext cx="464379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3848" y="1481328"/>
            <a:ext cx="431461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main.c：只需 include 头文件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3848" y="1890979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main.c —— 不需要账户/交易模块源码 */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3848" y="2089353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#include "account.h"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3848" y="2287727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#include "transaction.h"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3848" y="2486101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int main(void)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3848" y="2684475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int id1 = account_create("张三", 1000.0);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3848" y="2882849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int id2 = account_create("李四", 2000.0);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3848" y="3081223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transaction_deposit(id1, 500.0);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3848" y="3279597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transaction_transfer(id1, id2, 300.0);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3848" y="3477971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account_list_all();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3848" y="3676345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3848" y="3874719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99256" y="4504689"/>
            <a:ext cx="4643798" cy="11887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99256" y="4504689"/>
            <a:ext cx="4643798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45560" y="4559553"/>
            <a:ext cx="43511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DBA74"/>
                </a:solidFill>
                <a:latin typeface="微软雅黑"/>
              </a:rPr>
              <a:t>构建四步（真实执行）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45560" y="4961889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6EFAC"/>
                </a:solidFill>
                <a:latin typeface="Consolas"/>
              </a:rPr>
              <a:t>$ gcc -c account.c transaction.c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45560" y="5200014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6EFAC"/>
                </a:solidFill>
                <a:latin typeface="Consolas"/>
              </a:rPr>
              <a:t>$ ar rcs libaccount.a account.o transaction.o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45560" y="5438139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6EFAC"/>
                </a:solidFill>
                <a:latin typeface="Consolas"/>
              </a:rPr>
              <a:t>$ gcc -c main.c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45560" y="5676264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6EFAC"/>
                </a:solidFill>
                <a:latin typeface="Consolas"/>
              </a:rPr>
              <a:t>$ gcc -o atm_static main.o -L. -laccount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运行演示：真实编译与运行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从 .c 到 .a 再到 exe，命令与输出全部来自真实运行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878537" cy="386892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878537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654935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终端实录（真实输出，节选）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gcc -Wall -c account.c -o account.o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9353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gcc -Wall -c transaction.c -o transaction.o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87727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ar rcs libaccount.a account.o transaction.o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86101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ar t libaccount.a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84475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account.o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8284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transaction.o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81223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gcc -c main.c -o main.o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79597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gcc -o atm_static main.o -L. -laccount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77971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./atm_static.exe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676345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=== ATM静态库版初始化 ===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7471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[开户] ID:1001  户名:张三  余额:1000.00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073093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[开户] ID:1002  户名:李四  余额:2000.00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71467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[转账] 1001 -&gt; 1003  金额:300.00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69841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--- ATM 主菜单：请选择: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668215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感谢使用ATM静态库版，再见！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6658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echo $?   →  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4921" y="1426464"/>
            <a:ext cx="3978133" cy="393192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4921" y="1426464"/>
            <a:ext cx="50292" cy="3931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7801" y="1609344"/>
            <a:ext cx="355750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👀 要看清楚的六个点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7801" y="1968245"/>
            <a:ext cx="3557509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① 编译产物：account.o、transaction.o 两个目标文件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② 打包：ar t 列出的两个成员，就是库的全部内容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③ 链接：-L. 指定当前目录，-laccount 指向 libaccount.a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④ 运行：初始化开户与转账全部由库函数完成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⑤ 主程序里没有一行账户 / 交易的实现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⑥ 退出码 0：exe 自带库代码，删掉 .a 也照跑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片尾有真实运行演示动画，右侧并列展示 account.c / main.c 源码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六级台阶的第四级：库 —— 复用单位从源码变成二进制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一条主线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框架。前三级解决"怎么把代码写清楚"，第四级解决"怎么把代码跨项目复用"。库这一级的关键转变是：交付物从 .c 源文件，变成编译好的 .a。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本讲 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43350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43350"/>
            <a:ext cx="50292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85132"/>
            <a:ext cx="4998567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复用单位升级为二进制 .o / .a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接口与实现第一次真正分离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ar rcs 打包 + -L. -laccount 链接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943350"/>
            <a:ext cx="5419191" cy="16299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943350"/>
            <a:ext cx="50292" cy="16299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下一讲要解决的正是这个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485132"/>
            <a:ext cx="4998567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"每个程序都复制一份"是静态库的硬伤。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下一讲用动态库把代码共享出去：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磁盘一份、内存一份，多程序共用 ——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这一步，就是插件的技术地基。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库让代码被复用，却也被复制；越往下走，越要想办法"只留一份"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50292" cy="145389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思考题 ①：代码副本有几份？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53461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假设有 A、B、C 三个程序都链接了 libaccount.a，并且都调用了 account_create。磁盘上有几份这个函数的机器码副本？三个程序同时运行时，内存里又有几份？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提示：链接器把代码"复制"进 exe，程序运行时自带代码、不再依赖 .a；再想想，如果这个库修了一个 bug，要重新做哪些事。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0292" cy="145389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②：ar 三个参数各管什么？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5102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ar rcs 里的 r、c、s 分别是什么意思？如果只写 cs、不写 r，会得到什么？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如果只写 rc、漏掉 s，又会怎样？ar t 和 nm 分别能帮你看到什么？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提示：c 只管"创建空归档"，r 才管"把成员放进去"；s 建的是链接器用的符号索引表。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4367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74367"/>
            <a:ext cx="50292" cy="240106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5724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解答 ①：各三份，且更新要全链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6148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磁盘上 3 份：每个 exe 都复制了一份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account_create 的机器码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内存里 3 份：三个进程各有独立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地址空间，代码不共享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库修了 bug：重编库 → 重新链接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全部 3 个程序（有 100 个就链 100 次）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这正是第10讲动态库要解决的问题：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让多个程序共享同一份只读代码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174367"/>
            <a:ext cx="5428335" cy="28201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174367"/>
            <a:ext cx="50292" cy="28201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35724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解答 ②：r 放成员，s 建索引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716148"/>
            <a:ext cx="5007711" cy="2095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r（replace）：把 .o 插入归档，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同名成员直接替换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c（create）：归档不存在就静默创建，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不弹"正在创建"的警告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s（symbol）：写入符号索引表，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链接器据此快速定位符号在哪个 .o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只用 cs：得到的是空库（没放成员）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漏掉 s：库能用，但链接器只能线性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遍历，慢，旧版还会报 no symbol table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ar t 看成员，nm 看符号（T 为导出）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关键：c 只建壳，r 才装货，s 才开索引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两题进阶：链接器的粒度，与"静态"的含义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90141"/>
            <a:ext cx="11094415" cy="1696974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90141"/>
            <a:ext cx="50292" cy="169697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73021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③：链接器的提取粒度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31922"/>
            <a:ext cx="10673791" cy="972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静态链接时，链接器会把整个 libaccount.a 原样塞进可执行文件吗？如果主程序只用到 account.o 里的一个函数，而 account.o 里一共 7 个函数，会有几个被复制进去？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提示：先想清楚"提取的粒度"到底是单个函数，还是整个目标文件；再想想这种粒度的优缺点，以及能不能用 -ffunction-sections 之类的办法改进。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24859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24859"/>
            <a:ext cx="50292" cy="145389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07739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④：静态的"静"体现在哪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66641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"静态"这两个字，指的是哪个时机？程序运行的时候，还需不需要 libaccount.a 这个文件？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提示：把它和"动态"对照着理解——一个在链接时就把代码固定下来，一个把加载推迟到程序启动；再想想删掉 .a 之后 exe 还能不能跑。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这两题想通了，第10讲动态库的动机就提前明白了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把今天的"复制"接到下一讲的"共享"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79142"/>
            <a:ext cx="5428335" cy="26106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79142"/>
            <a:ext cx="50292" cy="26106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③：粒度是 .o，不是函数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20923"/>
            <a:ext cx="5007711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不会整库搬走：没用到的 .o 不进来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但粒度是目标文件，不是单个函数：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用到 account.o 里 1 个函数，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整个 account.o 的 7 个函数都被复制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其中 6 个成为"死代码"（不会被调用）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优点：链接器实现简单，不需拆 .o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缺点：体积里含无用代码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现代链接器可用 --gc-sections、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-ffunction-sections 做更细粒度的裁剪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279142"/>
            <a:ext cx="5428335" cy="261061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279142"/>
            <a:ext cx="50292" cy="26106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解答 ④："静"在链接时机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820923"/>
            <a:ext cx="5007711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"静态"指链接时机：在链接阶段就把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用到的机器码固定复制进 exe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运行时不需要 .a：程序自带全部库代码，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删掉 libaccount.a，exe 照常运行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动态库相反：链接时只记"要哪个函数"，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真正的代码在启动或运行时才加载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一句话对照：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静态 = 链接时复制代码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动态 = 运行时共享代码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理解了"复制"的代价，就理解了下一讲为什么要"共享"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小结与预告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第9讲 静态库 —— 把代码打包成工具箱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第9讲 静态库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📝 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静态库用 ar 把多个 .o 打包成一个 .a；链接时，链接器把用到的代码复制进可执行文件——简单可靠、部署省心，但每个程序都自带一份副本。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6738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933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2320" y="28933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203" y="28933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关键句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6821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047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320" y="33047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静态库概念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203" y="33047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把多个目标文件 .o 打包成一个归档文件 .a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7969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71627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320" y="371627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ar 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203" y="371627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ar rcs libaccount.a account.o transaction.o（r/c/s 各有分工）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9117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2775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20" y="412775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静态链接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1203" y="412775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链接器按"未定义符号"去库里取定义，复制进 exe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0265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3923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2320" y="453923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提取粒度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1203" y="453923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粒度是目标文件 .o，不是单个函数；用到一个就搬整个 .o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1413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9507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320" y="49507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优缺点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1203" y="49507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执行快 / 部署简单 / 能保密；体积大 / 内存重复 / 更新要重链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2561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3621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2320" y="53621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与第4讲关系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1203" y="53621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多文件是"散装源码"，静态库是"打包成二进制零件"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下一讲：动态库 —— 让多个程序共享同一份代码（第10讲）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