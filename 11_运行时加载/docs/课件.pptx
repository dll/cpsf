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2410C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第11讲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600" b="1" i="0">
                <a:solidFill>
                  <a:srgbClr val="1F2937"/>
                </a:solidFill>
                <a:latin typeface="微软雅黑"/>
              </a:rPr>
              <a:t>运行时加载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C2410C"/>
                </a:solidFill>
                <a:latin typeface="微软雅黑"/>
              </a:rPr>
              <a:t>让程序自己决定加载什么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61188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4048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第10讲把库独立了出去，但"In 启动就必须齐"还是死依赖：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缺一个库，程序根本起不来。本讲把决定权从操作系统手里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拿回来——运行中自己打开库、按名字找函数、用完卸载；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再配合目录扫描，"插件"就此诞生。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六级台阶的第五级 —— 插件：库从"必需"变成"可选"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5073"/>
            <a:ext cx="11094415" cy="124434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5073"/>
            <a:ext cx="50292" cy="124434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17953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76854"/>
            <a:ext cx="10673791" cy="519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前几讲我们一路把"库"做扎实了。本讲跨到第五级台阶——插件。它的关键一跃是：库不再是启动前必须齐的依赖，而是运行中按需加载、按名字调用的可选资源。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 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你在这里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23003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223003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05883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64785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第10讲：动态库 + 加载时链接，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库独立了，但缺库就起不来、加载对象编译期写死。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223003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223003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405883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764785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第12讲：只统一函数名还不够，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要用"结构体 + 函数指针"统一插件接口，走向多态。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本讲让库从"必需"变成"可选"：缺了照跑，多了就用——插件的门就此打开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动态库解决了共享，但"加载时链接"还是三个死依赖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第10讲：加载时链接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第11讲：要打破的"死"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程序启动时由 OS 自动把所有依赖库加载齐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81292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依赖是死的：启动前库必须到位，一个不能少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812923"/>
            <a:ext cx="68580" cy="139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缺一个 dll/so，程序根本启动不了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09892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时机是死的：加载发生在启动，而不是要用到时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098927"/>
            <a:ext cx="68580" cy="139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加载哪个库，编译链接时就写死进了导入表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384931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对象是死的：加载哪个库在编译期就定死了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384931"/>
            <a:ext cx="68580" cy="139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16655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依赖是死的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缺一个库，程序直接起不来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不是功能失效，是根本启动不了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3834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3834" y="3716655"/>
            <a:ext cx="50292" cy="116052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6714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时机是死的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714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加载发生在"程序启动"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而不是"真正用到"的那一刻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9028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9028" y="3716655"/>
            <a:ext cx="50292" cy="116052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1908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对象是死的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908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加载哪个库编译期就写死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想加一个新库必须重新链接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8349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一个自然的想法：能不能让程序自己决定——何时加载、加载哪个、调用哪个函数？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把决定权从操作系统手里，拿回到程序自己手里——这就是运行时加载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什么是运行时加载：程序自己说了算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加载时机、加载对象、用完卸载，全部由代码决定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76121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76121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一句话定义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运行时加载 = 程序在运行过程中，自己调用 API 打开动态库、查找函数、调用函数，用完还能卸载。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85466"/>
            <a:ext cx="11094415" cy="40195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22042"/>
            <a:ext cx="266509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1203" y="2622042"/>
            <a:ext cx="3774533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加载时链接（第10讲）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5193" y="2622042"/>
            <a:ext cx="39964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运行时加载（本讲）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87421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23997"/>
            <a:ext cx="266509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什么时候加载？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1203" y="3023997"/>
            <a:ext cx="3774533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启动时由 OS 自动加载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5193" y="3023997"/>
            <a:ext cx="39964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运行到需要时，由代码自己加载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89376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425952"/>
            <a:ext cx="266509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谁决定加载哪个？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1203" y="3425952"/>
            <a:ext cx="3774533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编译器/链接器写死在导入表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5193" y="3425952"/>
            <a:ext cx="39964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程序在运行时按名字挑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1331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27907"/>
            <a:ext cx="266509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能不能卸载？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1203" y="3827907"/>
            <a:ext cx="3774533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不能，跟随进程生命周期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5193" y="3827907"/>
            <a:ext cx="39964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可以，dlclose / FreeLibrary 主动卸载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93286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229862"/>
            <a:ext cx="266509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库不存在会怎样？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1203" y="4229862"/>
            <a:ext cx="3774533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程序无法启动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5193" y="4229862"/>
            <a:ext cx="39964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加载失败返回空句柄，程序继续跑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9833"/>
            <a:ext cx="5446623" cy="942593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759833"/>
            <a:ext cx="50292" cy="94259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42713"/>
            <a:ext cx="502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自助餐：开餐前必须摆齐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01615"/>
            <a:ext cx="5025999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少一道菜，今天就不开门 —— 缺库 = 起不来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6431" y="4759833"/>
            <a:ext cx="5446623" cy="942593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6431" y="4759833"/>
            <a:ext cx="50292" cy="94259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9311" y="4942713"/>
            <a:ext cx="502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点菜：客人点了才现做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9311" y="5301615"/>
            <a:ext cx="5025999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某道菜没有？只告诉这道没有，其他照常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库从"必需"变成"可选"——这一字之差，打开了插件世界的大门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两套平台 API：名字不同，心思一样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dlopen/dlsym/dlclose  ↔  LoadLibrary/GetProcAddress/FreeLibrary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74697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74697"/>
            <a:ext cx="50292" cy="9677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57577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🔑 一套心思，两套名字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16478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Linux 和 Windows 各有一套运行时加载 API，做的事情一模一样，只是名字不同——学一套，另一套自动会。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5317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961893"/>
            <a:ext cx="266509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作用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1203" y="296189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Linux（dlfcn.h）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6137" y="296189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Windows（windows.h）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6797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73373"/>
            <a:ext cx="266509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打开动态库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1203" y="337337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dlopen(path, RTLD_LAZY)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6137" y="337337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LoadLibraryA(path)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48277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784853"/>
            <a:ext cx="266509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按名字找符号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1203" y="378485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dlsym(handle, "name")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6137" y="378485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GetProcAddress(handle, "name")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59757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96333"/>
            <a:ext cx="266509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关闭 / 卸载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1203" y="419633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dlclose(handle)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6137" y="419633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FreeLibrary(handle)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71237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607813"/>
            <a:ext cx="266509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取错误信息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1203" y="460781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dlerror()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6137" y="460781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GetLastError() + FormatMessage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82717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019293"/>
            <a:ext cx="266509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是否需要额外链接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1203" y="501929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要，-ldl（libdl）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6137" y="5019293"/>
            <a:ext cx="388547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不用，kernel32 默认就有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记忆口诀：dlopen 就是 LoadLibrary，dlsym 就是 GetProcAddress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跨平台封装：把平台差异关进 dynlib.h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对外只留 dynlib_open / dynlib_sym / dynlib_close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16798"/>
            <a:ext cx="6212872" cy="353529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16798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71662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dynlib.h：用一个头文件隔离平台差异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81313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句柄：两个平台统一成 dynlib_handle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70670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#ifdef _WIN32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60027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typedef HMODULE dynlib_handle;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49384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38741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typedef void *dynlib_handle;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28098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#endif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17455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06812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static inline dynlib_handle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96169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dynlib_open(const char *path)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85526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#ifdef _WIN32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74883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return LoadLibraryA(path);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64240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#else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553597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return dlopen(path, RTLD_LAZY);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42954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#endif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32311"/>
            <a:ext cx="588368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9256" y="1816798"/>
            <a:ext cx="4643798" cy="93421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9256" y="1816798"/>
            <a:ext cx="50292" cy="93421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2136" y="1999678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① 什么叫句柄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2136" y="2358579"/>
            <a:ext cx="422317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操作系统发的一张"提货单"，代表一个已打开的库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9256" y="2879026"/>
            <a:ext cx="4643798" cy="93421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99256" y="2879026"/>
            <a:ext cx="50292" cy="9342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2136" y="3061906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② 为什么封装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2136" y="3420808"/>
            <a:ext cx="422317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#ifdef 只出现在 dynlib.h 里，业务代码与平台无关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9256" y="3941254"/>
            <a:ext cx="4643798" cy="9342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99256" y="3941254"/>
            <a:ext cx="50292" cy="9342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2136" y="4124134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③ 为什么用 static inline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2136" y="4483036"/>
            <a:ext cx="422317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每个 .c 都能 include，不重复定义，也不用多编一个 .c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把"会因平台而变的东西"关进最小范围，外面只留一套统一接口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按名字找函数：一切靠"约定"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动态库自带符号表，dlsym 就是拿名字去查这张表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56422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92998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约定符号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892998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签名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305" y="1892998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含义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902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304478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plugin_name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539" y="2304478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const char *plugin_name(void)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305" y="2304478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返回插件名字，宿主打印"我加载了谁"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9382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715958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plugin_execute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5539" y="2715958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int plugin_execute(double amount)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305" y="2715958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功能入口，0 成功、非 0 失败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92030"/>
            <a:ext cx="5769095" cy="202044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292030"/>
            <a:ext cx="576909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346894"/>
            <a:ext cx="543991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约定写进头文件，避免手写字符串打错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756545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plugin_api.h：把"接头暗号"写成宏 */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45902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#define PLUGIN_SYM_NAME     "plugin_name"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135259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#define PLUGIN_SYM_EXECUTE  "plugin_execute"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324616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13973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函数指针类型：宿主接收 dlsym 结果 */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703330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typedef const char *(*plugin_name_fn)(void);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892687"/>
            <a:ext cx="5439911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typedef int (*plugin_execute_fn)(double amount);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5479" y="3292030"/>
            <a:ext cx="5087575" cy="160020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55479" y="3292030"/>
            <a:ext cx="50292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8359" y="3474910"/>
            <a:ext cx="46669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⚠️ 四种取不到符号的真实原因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8359" y="3833812"/>
            <a:ext cx="4666951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忘了加导出宏 → GetProcAddress 返回 NULL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用 C++ 编译（名字被修饰）→ 名字变了，查不到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函数写成 static → 不进入导出表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符号名拼错一个字母 → 照样返回 NULL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运行时加载把"调用哪个函数"交给了一个字符串——字符串最脆弱，必须当正常情况处理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目录扫描 + 自动加载 = 插件雏形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宿主不再"认识"任何插件，它只认约定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285902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1109441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DBA74"/>
                </a:solidFill>
                <a:latin typeface="微软雅黑"/>
              </a:rPr>
              <a:t>宿主的五步流程：发现 → 加载 → 取符号 → 调用 → 卸载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plugins/ 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7131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deposit_plugin.dll    withdraw_plugin.dll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5165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query_plugin.dll      broken_plugin.dll  ← 不守约的反例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3199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        │  ① 扫描目录，筛出 .dll / .so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1233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        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79267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dynlib_open(路径)               ② 运行时加载（这一步才把库拉进进程）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97301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  成功 ↙      ↘ 失败  →  打印错误（dynlib_error），跳过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5335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dynlib_sym 取 plugin_name / plugin_execute   ③ 按约定名字取符号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33369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  成功 ↙      ↘ 取不到 plugin_execute  →  判定不合格，卸载并跳过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1403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调用 get_name() / execute(amount)             ④ 执行插件功能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9437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        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74719"/>
            <a:ext cx="10765231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dynlib_close(handle)            ⑤ 用完卸载，内存释放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86656"/>
            <a:ext cx="2622727" cy="93421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86656"/>
            <a:ext cx="50292" cy="9342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69536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运行时加载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8438"/>
            <a:ext cx="220210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加载时机由程序决定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2535" y="4486656"/>
            <a:ext cx="2622727" cy="9342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72535" y="4486656"/>
            <a:ext cx="50292" cy="9342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5415" y="4669536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按名字取符号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5415" y="5028438"/>
            <a:ext cx="220210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调用哪个函数由字符串决定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6431" y="4486656"/>
            <a:ext cx="2622727" cy="93421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6431" y="4486656"/>
            <a:ext cx="50292" cy="9342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4669536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扫描目录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5028438"/>
            <a:ext cx="220210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加载哪些库由目录内容决定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0327" y="4486656"/>
            <a:ext cx="2622727" cy="93421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20327" y="4486656"/>
            <a:ext cx="50292" cy="93421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3207" y="4669536"/>
            <a:ext cx="220210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用完卸载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3207" y="5028438"/>
            <a:ext cx="220210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模块可插可拔，内存可回收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往 plugins 目录丢一个动态库，宿主就多一个功能——插件就此诞生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 i="0">
                <a:solidFill>
                  <a:srgbClr val="1F2937"/>
                </a:solidFill>
                <a:latin typeface="微软雅黑"/>
              </a:rPr>
              <a:t>原理深入：句柄是什么？NULL 为什么不能调用？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先有"库"，才有"函数"；查不到就是空地址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🧭 一句话原理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句柄代表"哪一个库"，函数指针代表"哪一个函数"。dlsym 拿名字去查库的符号表，查到返回函数入口地址，查不到返回 NULL——NULL 就是"没有这个地址"。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845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0439" y="2838450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9331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句柄 handle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89331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函数指针 function pointer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1393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代表整个"库"这一个模块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359658"/>
            <a:ext cx="68580" cy="13144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313938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代表库里"某一个函数"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359658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9168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由 dlopen / LoadLibrary 产生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637407"/>
            <a:ext cx="68580" cy="13144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59168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由 dlsym / GetProcAddress 产生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637407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6943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用来查符号、卸载；不能加括号调用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3" y="3915156"/>
            <a:ext cx="68580" cy="13144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386943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就是代码入口地址，能直接调用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15303" y="3915156"/>
            <a:ext cx="68580" cy="13144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330065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30065"/>
            <a:ext cx="50292" cy="117729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12945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🚨 NULL 绝不能调用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71847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若 execute 为 NULL 还直接 execute(amount)，等于"调用空地址"，程序立刻崩溃。所以宿主必须把取不到符号当正常情况处理：打印原因 → dynlib_close 卸载 → 返回错误码，绝不想当然。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运行时加载的"优雅"，就在于把失败当常态：一个坏插件，拖不垮整个宿主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对比与辨析：三种链接方式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代码放在哪、何时加载、谁来决定、缺库后果、能否卸载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7605"/>
            <a:ext cx="11094415" cy="40195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214181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4594" y="221418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静态链接（第9讲）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0086" y="221418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加载时链接（第10讲）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5579" y="221418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运行时加载（本讲）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79560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16136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代码放在哪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4594" y="2616136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复制进 exe 内部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0086" y="2616136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独立的 .dll/.so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5579" y="2616136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独立的 .dll/.so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81515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018091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何时加载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4594" y="301809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链接时复制，运行无需库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0086" y="301809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程序启动时由 OS 自动加载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5579" y="301809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运行到需要时由代码主动加载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83469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420045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谁来决定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4594" y="3420045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链接器（编译期写死）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0086" y="3420045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链接器写进导入表，OS 执行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579" y="3420045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程序自己（运行时按名字挑）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85424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22000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缺库后果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4594" y="3822000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不受影响（已内置）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0086" y="3822000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程序无法启动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5579" y="3822000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返回 NULL，程序继续跑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87379"/>
            <a:ext cx="11094415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223955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能否卸载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4594" y="4223955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不需要（就在 exe 里）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80086" y="4223955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不能，跟随进程生命周期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5579" y="4223955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能，dlclose 主动卸载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589335"/>
            <a:ext cx="11094415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625911"/>
            <a:ext cx="1888482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加功能要改宿主吗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4594" y="462591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要重新链接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80086" y="462591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要重新链接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5579" y="4625911"/>
            <a:ext cx="2776036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不用，丢个文件到目录即可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热插拔的本质：宿主与插件只靠约定通信，不靠编译期硬编码绑定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src/host.c 的 load_and_call + src/deposit_plugin.c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84426"/>
            <a:ext cx="6212872" cy="340004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84426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39290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DBA74"/>
                </a:solidFill>
                <a:latin typeface="微软雅黑"/>
              </a:rPr>
              <a:t>host.c：任何一步失败，都先 dlclose 再返回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4894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FB0C9"/>
                </a:solidFill>
                <a:latin typeface="Consolas"/>
              </a:rPr>
              <a:t>/* host.c —— 加载一个插件的完整过程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2928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handle = dynlib_open(path);              /* ① 运行时加载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0962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if (handle == DYNLIB_INVALID)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8996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printf("  ✗ 加载失败（已优雅跳过）");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7030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DBA74"/>
                </a:solidFill>
                <a:latin typeface="Consolas"/>
              </a:rPr>
              <a:t>    return -1;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5064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3098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get_name = dynlib_sym(handle, PLUGIN_SYM_NAME);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1132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execute  = dynlib_sym(handle, PLUGIN_SYM_EXECUTE);  /* ② 取符号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9166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if (execute == NULL)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7200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printf("  ✗ 缺少约定符号，不是合法插件，已跳过");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5234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dynlib_close(handle);                /* 失败也要先卸载 */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3268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DBA74"/>
                </a:solidFill>
                <a:latin typeface="Consolas"/>
              </a:rPr>
              <a:t>    return -1;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51302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9336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execute(amount);                         /* ③ 函数指针调用 */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73701"/>
            <a:ext cx="5883688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dynlib_close(handle);                    /* ④ 用完卸载 */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9256" y="1884426"/>
            <a:ext cx="4643798" cy="303936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99256" y="1884426"/>
            <a:ext cx="464379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3848" y="1939290"/>
            <a:ext cx="431461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DBA74"/>
                </a:solidFill>
                <a:latin typeface="微软雅黑"/>
              </a:rPr>
              <a:t>插件：static 状态活在宿主进程里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3848" y="234894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FB0C9"/>
                </a:solidFill>
                <a:latin typeface="Consolas"/>
              </a:rPr>
              <a:t>/* deposit_plugin.c —— 插件实现契约 */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3848" y="252928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DBA74"/>
                </a:solidFill>
                <a:latin typeface="Consolas"/>
              </a:rPr>
              <a:t>static double g_balance = 1000.0;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3848" y="270962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3848" y="288996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PLUGIN_API const char *plugin_name(void)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3848" y="307030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{ return "存款插件";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3848" y="325064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3848" y="343098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PLUGIN_API int plugin_execute(double amount)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3848" y="361132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3848" y="379166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if (amount &lt;= 0.0) return -1;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3848" y="397200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g_balance += amount;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3848" y="415234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printf("存入 %.2f，余额 %.2f", amount, g_balance);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3848" y="433268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3848" y="4513021"/>
            <a:ext cx="4314614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宿主里没有任何插件名，只认"约定"——只要导出了那两个符号，就把它当插件用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运行演示：真实加载与优雅报错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扫描目录、加载、调用、卸载，以及坏插件的处理，全部真实运行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656649" cy="376072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656649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32746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DBA74"/>
                </a:solidFill>
                <a:latin typeface="微软雅黑"/>
              </a:rPr>
              <a:t>终端实录（真实输出，未删改）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$ gcc -Wall -Wextra -shared -o deposit_plugin.dll deposit_plugin.c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7131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$ gcc -Wall -Wextra -o host.exe host.c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5165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$ ./host.exe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3199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[步骤 1] 扫描插件目录：plugins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1233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共发现 4 个候选插件文件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79267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发现文件：plugins\broken_plugin.dll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97301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✗ 该文件缺少约定符号 "plugin_execute"，不是合法插件，已跳过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5335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发现文件：plugins\deposit_plugin.dll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33369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→ 加载成功，插件名字：存款插件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1403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[存款插件] 存入 500.00 元，当前余额 1500.00 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9437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发现文件：plugins\query_plugin.dll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7471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→ 加载成功，插件名字：查询插件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05505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[步骤 2] 故意加载一个不存在的库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23539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✗ 加载失败（已优雅跳过）：找不到指定的模块。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1573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[步骤 3] 查找不存在的符号 "plugin_exectue"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59607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  ✗ 未找到（返回 NULL），宿主没有崩溃，正常继续。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76419"/>
            <a:ext cx="6327465" cy="18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7"/>
                </a:solidFill>
                <a:latin typeface="Consolas"/>
              </a:rPr>
              <a:t>  运行结束：本轮成功加载并调用了 3 个插件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43033" y="1426464"/>
            <a:ext cx="4200022" cy="3977639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033" y="1426464"/>
            <a:ext cx="50292" cy="3977639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5913" y="1609344"/>
            <a:ext cx="37793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5913" y="1968245"/>
            <a:ext cx="37793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① 共发现 4 个候选：3 个合法 + 1 个坏插件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② 坏插件能加载，但少了 execute 被判定不合格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③ 不存在的库 → 打印一句错误继续跑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④ 符号名少一个 c → dlsym 返回 NULL，不崩溃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⑤ 每个插件用完都 dlclose，不占内存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⑥ 宿主全程没写死任何插件名，只认约定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dynlib.h / host.c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六级台阶的第五级：插件诞生 —— 库从"必需"变成"可选"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框架。本讲站上第五级——插件。它诞生的标志是：宿主在运行时扫描目录、按名字找函数、动态调用，库成了可插可拔的资源。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 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43350"/>
            <a:ext cx="50292" cy="16299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运行时加载让库变"可选"；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按名字找函数让调用不必编译期绑定；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目录扫描让宿主不认识插件、只认约定；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用完卸载，模块可插可拔——插件成型。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43350"/>
            <a:ext cx="50292" cy="16299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下一讲接着做什么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插件"能进来"了，但宿主是靠字符串和写死的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参数类型去调用的：查询插件被迫收一个金额，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转账插件一个 double 又不够用。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→ 只统一函数名还不够，还得统一接口。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插件诞生了，但接口还是"散装"的——下一讲给所有插件装一个统一的 USB 插头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4247"/>
            <a:ext cx="11094415" cy="148132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84247"/>
            <a:ext cx="50292" cy="14813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67127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思考题 ①：两套 API 的对应与句柄的本质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26028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Linux 与 Windows 各有一套运行时加载 API。请说出它们的对应关系；并回答：dlopen / LoadLibrary 返回的"句柄"到底是什么？它和函数指针有什么区别？为什么 dlsym 需要一个句柄，而不能直接传库文件名？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提示：先想"要先打开才能查询"，再想"同名符号可能来自不同的库"。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19"/>
            <a:ext cx="11094415" cy="1481328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19"/>
            <a:ext cx="50292" cy="14813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199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②：找不到符号，为什么不能硬调用？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1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宿主用 dynlib_sym 取符号，如果返回 NULL，为什么不直接忽略、继续往下调用？请说出至少三种会导致"找不到符号"的真实原因，以及宿主应该怎么正确处理。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提示：NULL 是什么？直接调用它会怎样？错误处理里，"已经打开的库"要不要还回去？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16861"/>
            <a:ext cx="5428335" cy="233400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16861"/>
            <a:ext cx="50292" cy="233400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9741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解答 ①：句柄代表"库"，指针代表"函数"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58642"/>
            <a:ext cx="5007711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对应关系：dlopen ↔ LoadLibrary，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dlsym ↔ GetProcAddress，dlclose ↔ FreeLibrary。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句柄是一个已打开库的凭证（不透明指针），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代表"整个库"；函数指针代表"库里某个函数"，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能直接加括号调用，句柄不能。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为什么必须传句柄：库要先 dlopen 加载、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建好映射和符号表，符号地址才存在；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且同名符号可能来自不同库，必须靠句柄区分。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316861"/>
            <a:ext cx="5428335" cy="2535174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316861"/>
            <a:ext cx="50292" cy="253517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99741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②：NULL 是空地址，不能调用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58642"/>
            <a:ext cx="5007711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dynlib_sym 返回函数入口地址，NULL 表示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这个地址不存在；直接调用等于调用空地址，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程序立刻崩溃（访问违规 / 段错误）。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三种原因：符号名写错（少一个字母）；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插件忘了加导出宏；用 C++ 编译被名字修饰，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或函数写成了 static。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正确做法：判定为"不合格插件"，打印原因，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先 dynlib_close 把已加载的库还回去，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再返回错误码——资源获取即释放。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句柄代表哪一个库，函数指针代表哪一个函数——先有库，才有函数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两题进阶：从三种链接方式，接到"热插拔"的本质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4247"/>
            <a:ext cx="11094415" cy="148132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84247"/>
            <a:ext cx="50292" cy="14813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67127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③：三种链接方式的全方位对比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26028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请从"代码放在哪、何时加载、谁来决定、缺库后果、能否卸载、新增功能要不要改程序"六个维度，对比静态链接（第9讲）、加载时链接（第10讲）、运行时加载（第11讲）。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提示：不要只背结论，每题都问一句"为什么会有这个差异"。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19"/>
            <a:ext cx="11094415" cy="1481328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19"/>
            <a:ext cx="5029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199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④：为什么只有运行时加载能"热插拔"？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1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本讲让宿主"往目录里丢一个新插件就能多一个功能"，也就是热插拔。为什么只有运行时加载能做到？前两种链接方式究竟"卡"在哪一步？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提示：热插拔有两个硬条件——加载时机由程序决定、新增模块不动宿主程序。逐一代入三种方式看看。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想通这两题，"宿主与插件靠约定通信"这句话就真正落到地上了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从"编译期绑定"接到"运行期绑定"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16861"/>
            <a:ext cx="5428335" cy="233400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16861"/>
            <a:ext cx="50292" cy="233400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9741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③：三种方式，一条演进线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58642"/>
            <a:ext cx="5007711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静态链接：代码复制进 exe，链接期写死，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缺库不受影响，不需卸载，加功能要重链。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加载时链接：库独立，但启动时必须齐，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加载哪些写进导入表，缺库起不来，不能卸载，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加功能要重链。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运行时加载：库独立，用到才加载，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按名字挑，缺库返回 NULL 继续跑，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能卸载，加功能只丢文件、不改宿主。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316861"/>
            <a:ext cx="5428335" cy="2535174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316861"/>
            <a:ext cx="50292" cy="253517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99741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④：绑定推迟到运行时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58642"/>
            <a:ext cx="5007711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热插拔的两个硬条件：① 加载时机由程序决定；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② 新增模块不动宿主程序。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静态链接出局：代码焊死在 exe 里，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加功能必须重新编译分发整个程序。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加载时链接出局：要哪些库编译期就写进导入表，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加新库就得改导入表，也就是重新链接宿主。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运行时加载胜出：宿主没硬编码任何插件名，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只是扫描目录，谁在就加载谁。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本质：绑定从编译期推迟到了运行期。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前两种都有编译期绑定，第三种把绑定推迟到运行时——这就是热插拔的全部秘密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第11讲 运行时加载 —— 让程序自己决定加载什么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第11讲 运行时加载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运行时加载让程序在运行中自己决定"何时加载、加载哪个库、调用哪个函数、用完卸载"；再配合目录扫描，宿主只认约定、不认识插件——插件的雏形就此诞生。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6738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933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89331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3092" y="289331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6821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047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30479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第10讲的死依赖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3092" y="330479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加载时链接：缺库程序根本起不来，加载对象编译期定死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7969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71627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71627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运行时加载概念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3092" y="371627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加载时机、对象由程序自己决定；失败返回 NULL，程序继续跑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9117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2775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412775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两套 API 对照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3092" y="412775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dlopen/dlsym/dlclose ↔ LoadLibrary/GetProcAddress/FreeLibrary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0265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3923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53923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跨平台封装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3092" y="453923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#ifdef _WIN32 把平台差异关进 dynlib.h，对外只留统一接口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1413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9507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95071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符号约定与句柄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3092" y="495071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句柄 = 库的凭证；dlsym 按名字查符号表，查不到返回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2561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3621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362194"/>
            <a:ext cx="22213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目录扫描 = 插件雏形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3092" y="5362194"/>
            <a:ext cx="776852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"谁在目录里就加载谁"，宿主只认约定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下一讲：接口抽象 —— 用"结构体 + 函数指针"统一插件接口，让宿主只认接口（第12讲）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