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6D28D9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第12讲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200" b="1" i="0">
                <a:solidFill>
                  <a:srgbClr val="1F2937"/>
                </a:solidFill>
                <a:latin typeface="微软雅黑"/>
              </a:rPr>
              <a:t>接口抽象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0779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6D28D9"/>
                </a:solidFill>
                <a:latin typeface="微软雅黑"/>
              </a:rPr>
              <a:t>给所有插件装一个统一插头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593592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22191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第11讲学会了 dlopen / dlsym，能加载动态库了，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可每个插件的函数名、参数都不一样，调用方要记一堆细节。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本讲借 USB 接口的启示，用"结构体 + 函数指针"造一个插座：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所有插件都插同一个口，调用方只认接口，不认插件。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六级台阶的第五级 —— 插件，从"能加载"走到"能统一调用"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76403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76403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1039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第11讲把动态库在运行时加载了起来，插件有了雏形；但每个插件的函数名和参数都不同，调用方得一个个记住，耦合度极高。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本讲站上第五级——插件，用统一的 Plugin 接口把它们收编：不管你是什么插件，只要实现同一套方法，就能被一样地调用。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684270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391662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594481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889883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34078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34078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616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75860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第5讲：函数指针（本讲的零件）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第7讲结构体、第8讲链表、第11讲运行时加载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434078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434078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616958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975860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第13讲：生命周期、插件管理器、配置化菜单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在统一接口之上，长出完整的插件框架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本讲把"一根线一根线接"变成"插同一个插座"：接口统一，调用统一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第11讲能加载了，但"调用方式不统一"这件事还没解决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1552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31552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039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第11讲：已经做到的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7039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第12讲：要补上的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91015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dlopen 在运行时打开动态库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36735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91015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定义统一的 Plugin 接口契约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36735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7701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dlsym 按名字取到函数地址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122739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7701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用结构体 + 函数指针打包行为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122739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6302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插件第一次"从文件里来"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40874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6302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调用方只认接口，不认插件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408743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40467"/>
            <a:ext cx="2622727" cy="1112901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0467"/>
            <a:ext cx="50292" cy="1112901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23347"/>
            <a:ext cx="220210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B91C1C"/>
                </a:solidFill>
                <a:latin typeface="微软雅黑"/>
              </a:rPr>
              <a:t>痛一：函数名不同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34624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存款叫 do_deposit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查询叫 get_balance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2535" y="3740467"/>
            <a:ext cx="2622727" cy="1112901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2535" y="3740467"/>
            <a:ext cx="50292" cy="111290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55415" y="3923347"/>
            <a:ext cx="220210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B45309"/>
                </a:solidFill>
                <a:latin typeface="微软雅黑"/>
              </a:rPr>
              <a:t>痛二：参数不同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5415" y="4234624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有的收金额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有的一个参数都不收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6431" y="3740467"/>
            <a:ext cx="2622727" cy="1112901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6431" y="3740467"/>
            <a:ext cx="50292" cy="1112901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9311" y="3923347"/>
            <a:ext cx="220210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痛三：返回值不同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4234624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有的返回 int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有的返回 double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0327" y="3740467"/>
            <a:ext cx="2622727" cy="1112901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20327" y="3740467"/>
            <a:ext cx="50292" cy="111290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3207" y="3923347"/>
            <a:ext cx="220210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6D28D9"/>
                </a:solidFill>
                <a:latin typeface="微软雅黑"/>
              </a:rPr>
              <a:t>痛四：要改调用方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3207" y="4234624"/>
            <a:ext cx="2202103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每来一个新插件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就得学它的新"插头"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54536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一句话：能加载不等于能复用 —— 插头标准不统一，插上去也没法用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本讲造一个"USB 接口"：所有插件都实现同一套方法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零件回顾：函数指针（第5讲）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函数在内存里有地址，函数指针存的就是这个地址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212872" cy="193929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指针 vs 函数指针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a = 10;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98370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int* p = &amp;a;              /* 普通指针：指向数据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05761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13152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add(int a, int b) { return a + b;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20543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(*fp)(int, int) = add; /* 函数指针：指向函数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27934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r = fp(3, 5);          /* 等价于 add(3,5)，结果 8 */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85210"/>
            <a:ext cx="11094415" cy="42100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621786"/>
            <a:ext cx="177753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用途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3650" y="3621786"/>
            <a:ext cx="887796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说明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06214"/>
            <a:ext cx="11094415" cy="42100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042790"/>
            <a:ext cx="177753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回调函数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3650" y="4042790"/>
            <a:ext cx="887796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把函数当参数传给别人（qsort）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27220"/>
            <a:ext cx="11094415" cy="4210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463796"/>
            <a:ext cx="177753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多态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3650" y="4463796"/>
            <a:ext cx="887796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同一接口，不同行为 ← 本讲重点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8225"/>
            <a:ext cx="11094415" cy="42100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884801"/>
            <a:ext cx="177753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事件处理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3650" y="4884801"/>
            <a:ext cx="887796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注册回调，事件来了再调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69230"/>
            <a:ext cx="11094415" cy="4210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05806"/>
            <a:ext cx="1777538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微软雅黑"/>
              </a:rPr>
              <a:t>策略模式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3650" y="5305806"/>
            <a:ext cx="8877964" cy="3478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运行时切换算法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9256" y="1426464"/>
            <a:ext cx="4643798" cy="146304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99256" y="1426464"/>
            <a:ext cx="50292" cy="1463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2136" y="1609344"/>
            <a:ext cx="422317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B91C1C"/>
                </a:solidFill>
                <a:latin typeface="微软雅黑"/>
              </a:rPr>
              <a:t>⚠️ 别写错括号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2136" y="1904746"/>
            <a:ext cx="422317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括号不能少：int (*fp)(int) 是指向函数的指针；int *fp(int) 是"返回 int 指针的函数"，差一个括号，含义全变。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一个函数指针能指向一个函数；把一组函数指针装进结构体，就是接口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结构体 + 函数指针 = C 语言的接口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第7讲的结构体打包数据；本讲的结构体打包"行为"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6039"/>
            <a:ext cx="6434760" cy="27688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6039"/>
            <a:ext cx="643476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90903"/>
            <a:ext cx="61055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plugin.h：统一契约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00554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typedef struct Plugin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07945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char name[32];      /* 元数据：插件叫什么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15336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char version[16];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22727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char description[64];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30118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337509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    /* 行为：三个函数指针 = 三个接口方法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44900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int  (*init)(struct Plugin* self);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52291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int  (*execute)(struct Plugin* self, double amount);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59682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void (*cleanup)(struct Plugin* self);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67073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 Plugin;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1144" y="1836039"/>
            <a:ext cx="4421910" cy="108026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1144" y="1836039"/>
            <a:ext cx="50292" cy="10802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4024" y="2018919"/>
            <a:ext cx="4001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D4ED8"/>
                </a:solidFill>
                <a:latin typeface="微软雅黑"/>
              </a:rPr>
              <a:t>① 从数据封装到行为封装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4024" y="2314321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第7讲装的是 id / name / balance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本讲装的是 init / execute / cleanup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1144" y="3044317"/>
            <a:ext cx="4421910" cy="10802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1144" y="3044317"/>
            <a:ext cx="50292" cy="10802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4024" y="3227197"/>
            <a:ext cx="4001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F766E"/>
                </a:solidFill>
                <a:latin typeface="微软雅黑"/>
              </a:rPr>
              <a:t>② 三个方法就是生命周期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4024" y="3522599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加载 → init → execute(可多次)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→ cleanup → 卸载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1144" y="4252594"/>
            <a:ext cx="4421910" cy="10802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1144" y="4252594"/>
            <a:ext cx="50292" cy="10802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4024" y="4435475"/>
            <a:ext cx="4001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2410C"/>
                </a:solidFill>
                <a:latin typeface="微软雅黑"/>
              </a:rPr>
              <a:t>③ 实现插件 = 填一张表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4024" y="4730877"/>
            <a:ext cx="40012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 deposit = { .name="存款",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  .execute=deposit_execute, ... 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存款、取款、查询功能不同，但"长相"完全一样 —— 这就是契约的价值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self 指针：手动版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C 语言没有编译器帮忙传 this，那就自己传第一个参数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6039"/>
            <a:ext cx="5990984" cy="307543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6039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90903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同一个东西，两种写法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0055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C++：编译器自动隐式传 this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9892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class DepositPlugin : public Plugin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97302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int execute(double amount)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95676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balance += amount;   /* this-&gt;balance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94050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9242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9079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89172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C：显式把 self 当第一个参数传进去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87546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int deposit_execute(Plugin* self, double amount)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085920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printf("[%s] 存入 %.2f\n", self-&gt;name, amount);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84294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82668"/>
            <a:ext cx="56618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7368" y="1836039"/>
            <a:ext cx="4865686" cy="10802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77368" y="1836039"/>
            <a:ext cx="50292" cy="10802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0248" y="2018919"/>
            <a:ext cx="4445062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D28D9"/>
                </a:solidFill>
                <a:latin typeface="微软雅黑"/>
              </a:rPr>
              <a:t>为什么要 self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248" y="2314321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插件方法要能访问自己的数据；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 没有自动 this，只能手动传。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7368" y="3044317"/>
            <a:ext cx="4865686" cy="108026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77368" y="3044317"/>
            <a:ext cx="50292" cy="10802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0248" y="3227197"/>
            <a:ext cx="4445062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D4ED8"/>
                </a:solidFill>
                <a:latin typeface="微软雅黑"/>
              </a:rPr>
              <a:t>调用时就长这样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0248" y="3522599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p-&gt;execute(p, 500.0);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把一个 p 传两遍：找函数、当参数。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77368" y="4252594"/>
            <a:ext cx="4865686" cy="10802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7368" y="4252594"/>
            <a:ext cx="50292" cy="10802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0248" y="4435475"/>
            <a:ext cx="4445062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F766E"/>
                </a:solidFill>
                <a:latin typeface="微软雅黑"/>
              </a:rPr>
              <a:t>和 Python 一样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0248" y="4730877"/>
            <a:ext cx="44450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Python 的 self、C++ 的 this、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 的 self 参数，是同一件事。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self 就是"我是谁"：有了它，同一个 execute 才能操作各自的数据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插件链表：注册 = 头部插入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衔接第8讲链表 —— 数据结构没变，节点里装的东西变了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545"/>
            <a:ext cx="576909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8412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7384" y="198412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插件链表怎么管理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59025"/>
            <a:ext cx="57690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39560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第8讲 交易链表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7384" y="239560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数据域 amount + 指针域 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70505"/>
            <a:ext cx="576909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80708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第12讲 插件链表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7384" y="280708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数据域 Plugin* + 指针域 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81985"/>
            <a:ext cx="57690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21856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注册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7384" y="321856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头部插入，O(1)，和链表一模一样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93465"/>
            <a:ext cx="576909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63004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查找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7384" y="363004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遍历比较 name，O(n)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4945"/>
            <a:ext cx="57690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041521"/>
            <a:ext cx="1511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销毁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7384" y="4041521"/>
            <a:ext cx="38189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遍历 free，逐个释放节点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5479" y="1947545"/>
            <a:ext cx="5087575" cy="327380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55479" y="1947545"/>
            <a:ext cx="508757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071" y="2002409"/>
            <a:ext cx="475839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plugin_atm.c：节点与注册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071" y="2412060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typedef struct PluginNode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071" y="2610434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Plugin* plugin;            /* 指向接口 */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071" y="2808808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struct PluginNode* next;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071" y="3007182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 PluginNode;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071" y="3205556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071" y="3403930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int plugin_register(Plugin* p)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071" y="3602304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if (已存在同名插件) return -2;   /* 防重复 */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071" y="3800678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PluginNode* n = malloc(sizeof(PluginNode));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071" y="3999052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n-&gt;plugin = p;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071" y="4197426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n-&gt;next = plugin_head;   /* 头部插入 O(1) */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071" y="4395800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plugin_head = n;  plugin_total++;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071" y="4594174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071" y="4792548"/>
            <a:ext cx="475839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把插件挂进链表，才有"一批插件"可管；注册与防重复，都是链表的活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从手动注册到目录扫描自动发现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加插件只丢一个文件，不改一行代码 —— 这就是"发现"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🔎 为什么要"发现"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手动注册的写法是 plugin_register(&amp;deposit_plugin) 一行行写；每来一个新插件，都要回来改代码。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自动发现把它反过来：扫描 plugins 目录，看到 .dll / .so 就加载、取接口、注册进链表。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1970166" cy="9144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5021"/>
            <a:ext cx="17872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① 打开目录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2486"/>
            <a:ext cx="1787286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opendir / FindFirst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46238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9702" y="2838450"/>
            <a:ext cx="1970166" cy="9144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1142" y="3095021"/>
            <a:ext cx="17872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② 逐个读文件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1142" y="3382486"/>
            <a:ext cx="1787286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拿到文件名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27300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0764" y="2838450"/>
            <a:ext cx="1970166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204" y="3095021"/>
            <a:ext cx="17872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③ 查后缀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204" y="3382486"/>
            <a:ext cx="1787286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.so / .dll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08362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91826" y="2838450"/>
            <a:ext cx="1970166" cy="91440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3266" y="3095021"/>
            <a:ext cx="17872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④ 加载取接口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3266" y="3382486"/>
            <a:ext cx="1787286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dlopen + dlsym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89424" y="317677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72888" y="2838450"/>
            <a:ext cx="1970166" cy="91440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4328" y="3095021"/>
            <a:ext cx="17872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⑤ 注册链表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4328" y="3382486"/>
            <a:ext cx="1787286" cy="186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 i="0">
                <a:solidFill>
                  <a:srgbClr val="FFFFFF"/>
                </a:solidFill>
                <a:latin typeface="微软雅黑"/>
              </a:rPr>
              <a:t>plugin_register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72306"/>
            <a:ext cx="11094415" cy="129006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3972306"/>
            <a:ext cx="1109441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02717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怎么判断一个文件是合法插件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436821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/* 约定：每个插件导出 get_plugin，作为"身份标识" —— 第11讲已学 dlopen/dlsym */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635195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if (dlsym(handle, "get_plugin") == NULL) {  /* 没有这个符号，就不是合法插件 */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833569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printf("不是合法插件，跳过\n");  dlclose(handle);  return NULL;  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VS Code、Eclipse、Photoshop 都是这么发现插件的：扫描固定目录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原理深入：同一句调用，为什么行为不同？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运行期绑定 —— 编译期不知道会调谁，运行期看链表里挂了谁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6039"/>
            <a:ext cx="6212872" cy="235407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36039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90903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一句 cur-&gt;plugin-&gt;execute(...) 走天下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00554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调用方只认接口，完全不知道是谁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07945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plugin_execute_all(double amount)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15336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PluginNode* cur = plugin_head;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22727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while (cur != NULL)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30118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 cur-&gt;plugin-&gt;execute(cur-&gt;plugin, amount);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337509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 cur = cur-&gt;next;   /* 同一句调用，不同插件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44900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52291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9256" y="1836039"/>
            <a:ext cx="4643798" cy="1080262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9256" y="1836039"/>
            <a:ext cx="50292" cy="10802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2136" y="2018919"/>
            <a:ext cx="422317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D4ED8"/>
                </a:solidFill>
                <a:latin typeface="微软雅黑"/>
              </a:rPr>
              <a:t>① 运行期才决定调谁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2136" y="2314321"/>
            <a:ext cx="422317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指针里存的地址是运行期填的，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编译期无法预先绑定。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9256" y="3044317"/>
            <a:ext cx="4643798" cy="10802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9256" y="3044317"/>
            <a:ext cx="50292" cy="10802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2136" y="3227197"/>
            <a:ext cx="422317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F766E"/>
                </a:solidFill>
                <a:latin typeface="微软雅黑"/>
              </a:rPr>
              <a:t>② 同一调用，不同行为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2136" y="3522599"/>
            <a:ext cx="422317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存款 +500、取款 -500、查询只显示，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调用方一行都没改。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9256" y="4252594"/>
            <a:ext cx="4643798" cy="10802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9256" y="4252594"/>
            <a:ext cx="50292" cy="10802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82136" y="4435475"/>
            <a:ext cx="422317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D28D9"/>
                </a:solidFill>
                <a:latin typeface="微软雅黑"/>
              </a:rPr>
              <a:t>③ 这是开闭原则的地基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2136" y="4730877"/>
            <a:ext cx="422317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对扩展开放、对修改关闭 ——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第14讲的框架就长在这上面。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多态 = 面向接口编程：代码只依赖"契约"，不依赖"具体是谁"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对比与辨析：C 语言的接口 vs C++ /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C++ 的 vtable 本质就是"结构体 + 函数指针"的自动化版本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0209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680209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5073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C++ /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735073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C 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5569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interface Plugin 声明方法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201417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155697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struct Plugin + 函数指针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201417"/>
            <a:ext cx="68580" cy="13144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3344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class DepositPlugin : Plugin 实现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479166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433446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填一张表：.execute = deposit_execute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479166"/>
            <a:ext cx="68580" cy="13144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11195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编译器自动生成 vtable（函数指针数组）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756915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711195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手工填函数指针字段，就是那张表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756915"/>
            <a:ext cx="68580" cy="13144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88944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this 由编译器隐式传入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3" y="3034664"/>
            <a:ext cx="68580" cy="1314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2988944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手动把 self 作为第一个参数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5303" y="3034664"/>
            <a:ext cx="68580" cy="13144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431285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467861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概念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1762" y="346786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C++ / 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1416" y="346786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C 语言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42765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879341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1762" y="387934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interface Plugin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1416" y="387934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struct + 函数指针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54245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290821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实现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1762" y="429082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class ... : Plugin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1416" y="429082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结构体实例填函数指针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65725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02301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this / self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1762" y="470230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编译器自动传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1416" y="470230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手动传第一个参数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77205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5113781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多态调用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51762" y="511378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plugin-&gt;execute(500)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1416" y="5113781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plugin-&gt;execute(plugin, 500)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区别只在"谁维护那张表"：C 手动填，C++ 编译器自动生成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src/plugin.h 定义契约，src/plugin_atm.c 管理插件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101928" cy="296722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10192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772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plugin.h：接口 + 链表节点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plugin.h —— 统一契约，所有插件都实现它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typedef struct Plugin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char name[32];       /* 插件名称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char version[16];    /* 版本号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(*init)(struct Plugin* self);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int  (*execute)(struct Plugin* self, double amount);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void (*cleanup)(struct Plugin* self);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 Plugin;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typedef struct PluginNode {  /* 链表节点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Plugin* plugin;  struct PluginNode* next;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73906"/>
            <a:ext cx="5772744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 PluginNode;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94859"/>
            <a:ext cx="6101928" cy="8707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94859"/>
            <a:ext cx="50292" cy="8707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77740"/>
            <a:ext cx="568130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F766E"/>
                </a:solidFill>
                <a:latin typeface="微软雅黑"/>
              </a:rPr>
              <a:t>📄 契约只有 8 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3142"/>
            <a:ext cx="568130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一个文件就把"插件长什么样"说清楚了：元数据三个字段，行为三个函数指针。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88312" y="1426464"/>
            <a:ext cx="4754742" cy="296722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88312" y="1426464"/>
            <a:ext cx="475474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2904" y="1481328"/>
            <a:ext cx="4425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plugin_atm.c：填表 + 注册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2904" y="1890979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三个内置插件，接口统一 */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2904" y="2080336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static Plugin deposit_plugin =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2904" y="2269693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.name = "存款", .version = "1.0",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2904" y="2459050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.description = "向账户存入现金",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2904" y="2648407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.init = deposit_init,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2904" y="2837764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.execute = deposit_execute,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2904" y="3027121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.cleanup = deposit_cleanup,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2904" y="3216478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2904" y="3405835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2904" y="3595192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plugin_register(&amp;deposit_plugin);   /* 注册进链表 */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2904" y="3784549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plugin_register(&amp;withdraw_plugin);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2904" y="3973906"/>
            <a:ext cx="4425558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plugin_register(&amp;query_plugin);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8312" y="4594859"/>
            <a:ext cx="4754742" cy="10802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88312" y="4594859"/>
            <a:ext cx="50292" cy="10802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71192" y="4777740"/>
            <a:ext cx="4334118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D28D9"/>
                </a:solidFill>
                <a:latin typeface="微软雅黑"/>
              </a:rPr>
              <a:t>🔌 插头一样的三个插件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192" y="5073142"/>
            <a:ext cx="4334118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三个插件功能不同，填表的格式完全一样；注册之后，遍历链表就能统一调用。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命令、注册顺序、多态调用结果，全部来自真实运行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878537" cy="372465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87853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5493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终端实录（真实输出，节选）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$ gcc -Wall -o plugin_atm.exe plugin_atm.c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$ ./plugin_atm.exe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=== 插件管理器已初始化 ===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[注册] 插件[存款] v1.0 - 向账户存入现金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[注册] 插件[取款] v1.0 - 从账户取出现金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[注册] 插件[查询余额] v1.0 - 查询账户当前余额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--- 已注册插件列表 (3个) ---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1. 查询余额   2. 取款   3. 存款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--- 初始化所有插件 ---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[存款] 初始化完成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&gt;&gt;&gt; 使用插件: 存款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73906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[存款] 存入 500.00 元，余额: 10500.00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63263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&gt;&gt;&gt; 使用插件: 取款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52620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[取款] 取出 200.00 元，余额: 10300.00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541977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&gt;&gt;&gt; 使用插件: 查询余额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31334"/>
            <a:ext cx="6549353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[查询余额] 当前余额: 10300.00 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4921" y="1426464"/>
            <a:ext cx="3978133" cy="384048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4921" y="1426464"/>
            <a:ext cx="50292" cy="3840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7801" y="1609344"/>
            <a:ext cx="35575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7801" y="1968245"/>
            <a:ext cx="3557509" cy="1349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① 编译：一个源文件 + 一个头文件，直接出 exe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② 注册：三个插件依次挂入链表，各带名称与描述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③ 列表：链表逆序打印，证实注册是头部插入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④ 多态：同一句 execute，存款加钱、取款减钱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⑤ 查询：同一个接口，行为却完全不同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⑥ 收尾：cleanup 逐个清理 → 管理器销毁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plugin.h / plugin_atm.c 源码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六级台阶的第五级：插件 —— 统一接口，让插件能被一样地调用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框架。第11讲解决了"插件从哪里来"，本讲解决了"插件怎么被统一调用"——这是插件台阶真正立住的一步。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定义了 Plugin 统一契约（init / execute / cleanup）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用链表管理一批插件，注册与查找成体系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多态调用：调用方只依赖接口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6299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下一讲接着做什么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还没有框架来管顺序、管菜单、管状态。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下一讲把生命周期拆成五个阶段，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用状态机与配置化菜单把秩序建立起来 ——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统一接口，正是框架能生长的那块地基。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从"一根线一根线接"到"插同一个插座"，插件才算真的能被复用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0292" cy="145389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①：为什么能模拟多态？和 vtable 什么关系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53461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我们是用"结构体 + 函数指针"实现多态的，C++ 用"虚函数"。C++ 的虚函数底层的虚函数表 vtable 里存的是什么？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提示：先想一想 vtable 是不是一个"函数指针数组"；再比较一下"C 手动填函数指针"和"C++ 编译器自动生成 vtable"，是不是同一件事。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0292" cy="145389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②：参数不一样，怎么塞进同一个接口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2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我们的接口是 execute(Plugin* self, double amount)，金额直接当参数。可查询插件不需要金额，转账插件又需要目标账户，怎么统一到同一个接口？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提示：能不能用 void* 传递通用参数，把各种参数打包成结构体传进来？这样做接口统一了，代价又是什么？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9142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79142"/>
            <a:ext cx="50292" cy="240106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①：本质就是同一张表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0923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vtable 就是一张函数指针数组，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存在对象的内存布局里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C++：编译器自动生成并维护这张表，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程序员只写一个 virtual 关键字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C：程序员手动填函数指针字段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调用时：对象 → 取地址 → 查表 → 调用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两者机制相同，差别只在"谁维护"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所以 C 语言能做面向对象设计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279142"/>
            <a:ext cx="50292" cy="26106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②：用 void* 换统一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方案一：接口改成 execute(self, void* arg)，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存款把 double 装箱传入、查询显式忽略，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转账用结构体一次传多个参数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优点：一个接口适配所有插件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缺点：失去类型安全，转换易出错，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要自己管理参数的生命周期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方案二：参数存进 Plugin 的 user_data，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execute(self) 自己取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Linux 内核与 GStreamer 都这么干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接口要统一，参数就得让位给 void* —— 这是灵活性与类型安全之间的取舍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两题进阶：插件身份验证，与注册防重复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50292" cy="14538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③：怎么判断一个文件是合法插件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1749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目录扫描时，如果只看后缀 .dll / .so 就当成插件，用户随手放一个同后缀的文件进来，加载就会出问题。怎么判断一个文件是合法插件？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提示：可以让每个插件约定导出一个特殊符号当"身份标识"，再用 dlsym 去取它；取不到就说明不是插件。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1608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21608"/>
            <a:ext cx="5029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0448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④：注册时为什么要检查重复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63390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plugin_register 会先遍历链表，检查插件名是不是已经存在，然后再插入。为什么非要多做这一步？如果不检查会怎样？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提示：同一个插件注册两次，遍历执行 execute 时会发生什么？目录扫描时同一个文件又会不会被扫到两次？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这两题想通了，第14讲的框架注册与生命周期就提前入门了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把"接口"接到下一讲的"框架"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9142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79142"/>
            <a:ext cx="50292" cy="24010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③：约定一个导出符号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0923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每个插件都导出 get_plugin() 作为身份：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Plugin* get_plugin(void) { return &amp;xxx; }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扫描时用 dlsym(handle, "get_plugin") 去取，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返回 NULL 就说明这不是插件，dlclose 跳过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取到之后再校验 init / execute / cleanup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是否为空，接口不完整也不收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这种"约定符号"是插件系统的标准做法，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既挡住了垃圾文件，也挡住了半成品插件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279142"/>
            <a:ext cx="50292" cy="26106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④：防止重复执行与统计错误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不检查重复，同一个插件会有两个节点：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遍历执行时它的 execute 被调用两次，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存款 +500 执行两遍，结果就错了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plugin_total 也会统计偏大，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插件列表里出现重复项，管理混乱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目录扫描更容易重复：软链接、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重扫、多线程并发都会命中同一个文件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所以检查重复是一种防御性编程，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代价是一次 O(n) 遍历，换来系统正确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接口统一让插件能被批量调用，防御性检查让批量调用不出错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第12讲 接口抽象与插件发现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第12讲 接口抽象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结构体 + 函数指针 = C 语言的接口；所有插件实现同一契约，用链表统一管理。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调用方只认接口、不认实现，同一句 execute 走出不同行为 —— 这就是多态。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6738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933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8933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8933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821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047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3047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函数指针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3047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指向函数入口地址的指针，第5讲的零件，本讲用来当接口方法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969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1627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71627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结构体接口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71627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把多个函数指针打包成 struct Plugin，从数据封装升级为行为封装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117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2775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412775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self 指针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412775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手动传的 this；调用写成 p-&gt;execute(p, 500.0)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0265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3923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53923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插件链表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53923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注册 = 头部插入 O(1)，查找 = 遍历 O(n)，衔接第8讲链表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413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9507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9507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目录扫描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9507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扫描 .dll / .so，靠约定导出符号 get_plugin 验证身份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2561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3621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3621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多态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3621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同一句 execute，运行期决定调谁 —— 面向接口编程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下一讲：插件框架架构 —— 生命周期、状态机、配置化菜单（第13讲）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