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第13讲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插件框架架构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C2410C"/>
                </a:solidFill>
                <a:latin typeface="微软雅黑"/>
              </a:rPr>
              <a:t>让框架来调用你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第12讲统一了插件接口，能注册、能发现了，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可没人管生命周期、注册靠手动、菜单还硬编码。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本讲请一个"管家"：状态机管顺序、管理器管秩序、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配置化菜单管扩展——加插件，不改主程序。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六级台阶的最后一级 —— 框架，第一次出现"控制反转"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50418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50418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7795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前十二讲，我们一直在"往上搭"：表达式、函数、模块、库、插件，一级比一级抽象。</a:t>
            </a:r>
          </a:p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本讲站上第六级——框架。它最特别的地方是：控制流不再只向下走，框架会在合适的时机，反过来调用你写的插件代码。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42442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42442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42442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42442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 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424428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131820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334639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630041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174236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174236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57116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16018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第12讲：统一 Plugin 接口 + 注册 + 发现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第8讲链表、第11讲运行时加载打底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174236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174236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357116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716018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第14讲：把 dlopen、目录扫描接进来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让插件真的"从文件里来"，完成收官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本讲把"插件"拼成一个框架：有生命周期、有秩序、有插槽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能注册、能发现了，但还留着三个坑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第12讲：已经做到的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第13讲：要补上的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统一 Plugin 接口：init / execute / cleanup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1292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五阶段生命周期：多了 start / stop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12923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能注册、能发现：链表统一管理插件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9892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状态机：状态不对就拒绝，错误挡在门口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98927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有统一插座，各种插件能被一样地调用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84931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配置化菜单：注册即挂载，加功能不改主程序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84931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166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坑一：生命周期无人管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3 阶段全靠调用方自觉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顺序错、漏调用、重复释放都会炸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834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3834" y="3716655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6714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坑二：注册靠手动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714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忘记 plugin_register()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编译通过、功能静默消失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9028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9028" y="3716655"/>
            <a:ext cx="50292" cy="11605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1908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坑三：菜单硬编码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908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printf 一行行写、switch 一个个 case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加功能 = 改主程序三处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8349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一句话：加一个插件就要改主程序，正是开闭原则最反对的事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本讲用一个框架，同时填掉这三个坑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五阶段生命周期：从 3 阶段到 5 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init 是进货，start 是开门营业，stop 是打烊，cleanup 是清算关店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为什么要多出两步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第12讲只有三步：init → execute → cleanup。问题在于"分配了资源"和"对外提供服务"被压成同一件事，中间没有回旋余地。本讲把 lifecycle 拆成五段，把这两件事分开。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04883"/>
            <a:ext cx="178728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16160"/>
            <a:ext cx="1787286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准备资源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只做一次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46238" y="321640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9702" y="2855214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1142" y="3004883"/>
            <a:ext cx="178728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1142" y="3316160"/>
            <a:ext cx="1787286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对外服务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只做一次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27300" y="321640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0764" y="2855214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204" y="3004883"/>
            <a:ext cx="178728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204" y="3316160"/>
            <a:ext cx="1787286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核心业务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可反复调用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08362" y="321640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91826" y="2855214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3266" y="3004883"/>
            <a:ext cx="178728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stop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3266" y="3316160"/>
            <a:ext cx="1787286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停止服务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只做一次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89424" y="321640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72888" y="2855214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4328" y="3004883"/>
            <a:ext cx="178728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cleanup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4328" y="3316160"/>
            <a:ext cx="1787286" cy="42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释放资源</a:t>
            </a:r>
          </a:p>
          <a:p>
            <a:pPr algn="ctr">
              <a:lnSpc>
                <a:spcPct val="128000"/>
              </a:lnSpc>
            </a:pPr>
            <a:r>
              <a:rPr sz="1300" b="0" i="0">
                <a:solidFill>
                  <a:srgbClr val="FFFFFF"/>
                </a:solidFill>
                <a:latin typeface="微软雅黑"/>
              </a:rPr>
              <a:t>只做一次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034790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034790"/>
            <a:ext cx="50292" cy="145389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1767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💡 四插件里有一个初始化失败，怎么办？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6572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ATM 开机要加载 4 个插件：存款 init 成功、取款 init 失败。只有 3 阶段时，系统就卡在"一半可用"的尴尬里，失败插件占着资源却没有回滚时机。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拆出 start 后变成两阶段提交：全部 init 成功 → 才允许全部 start，任何一步失败都能整体中止。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init 是"准备好了"，start 是"开始服务"——两种状态，必须分开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生命周期状态机：六种状态，管住顺序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UNLOADED → LOADED → INITIALIZED → STARTED → STOPPED → CLEANED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🧭 六个状态，一条单向链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管理器就是守着这张图：状态不对就拒绝，并把原因说清楚。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失败不升状态 —— 会被后续的 start_all 自然跳过，失败会自己"传染"到下一个阶段。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6738"/>
            <a:ext cx="6212872" cy="256146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56738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1602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framework.h：状态枚举（契约，不可改）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21253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typedef enum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28644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PLUGIN_UNLOADED = 0,   /* 未加载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36035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PLUGIN_LOADED,         /* 已加载（已注册到管理器）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43426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PLUGIN_INITIALIZED,    /* 已初始化（init 成功）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50817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PLUGIN_STARTED,        /* 已启动（start 成功，可执行）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58208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PLUGIN_STOPPED,        /* 已停止（stop 成功）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65599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PLUGIN_CLEANED         /* 已清理（cleanup 成功） */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72990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 PluginState;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80381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迁移：UNLOADED -&gt; LOADED -&gt; ... -&gt; CLEANED -&gt; UNLOADED */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9256" y="2856738"/>
            <a:ext cx="4643798" cy="208356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99256" y="2856738"/>
            <a:ext cx="464379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3848" y="2911602"/>
            <a:ext cx="431461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init_all() 的核心：先看状态，再放行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3848" y="3321253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if (p-&gt;state != PLUGIN_LOADED)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3848" y="3519627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    /* 状态前置校验：状态不对，不放行 */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3848" y="3718001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printf("  [%s] 跳过：状态 %s\n",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3848" y="3916375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   p-&gt;name, state_name(p-&gt;state));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3848" y="4114749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 else if (p-&gt;init(p) == 0)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3848" y="4313123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p-&gt;state = PLUGIN_INITIALIZED;  /* 升状态 */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3848" y="4511497"/>
            <a:ext cx="4314614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状态机是框架的守门人：不合规矩的操作，当场拒绝并说明理由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插件管理器：给插件请一个"管家"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链表 + 批量操作 + 查找执行 —— 对应 C++ 的 PluginManager 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26464"/>
            <a:ext cx="5547207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63040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manager_* 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427" y="1463040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职责与状态变化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419"/>
            <a:ext cx="5547207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864995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manager_register(p)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7427" y="1864995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注册插件：挂插件链表 + 挂菜单项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30374"/>
            <a:ext cx="5547207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266950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manager_init_all()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7427" y="2266950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批量初始化：LOADED → INITIALIZED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32328"/>
            <a:ext cx="5547207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668904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manager_start_all()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7427" y="2668904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批量启动：INITIALIZED → STARTED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4283"/>
            <a:ext cx="5547207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070859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manager_stop_all()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7427" y="3070859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批量停止：STARTED → STOPPED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6238"/>
            <a:ext cx="5547207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472814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manager_cleanup_all()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7427" y="3472814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批量清理：STOPPED → CLEANED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38194"/>
            <a:ext cx="5547207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874770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manager_find / 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7427" y="3874770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按名字查找、执行（要求 STARTED）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40149"/>
            <a:ext cx="5547207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276725"/>
            <a:ext cx="2221315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manager_destroy()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17427" y="4276725"/>
            <a:ext cx="28869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释放链表：CLEANED → UNLOADED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33591" y="1426464"/>
            <a:ext cx="5309463" cy="297624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3591" y="1426464"/>
            <a:ext cx="5309463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183" y="1481328"/>
            <a:ext cx="49802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链表实现：头尾指针 + 计数（第8讲链表的延续）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8183" y="1890979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static PluginNode* g_plugin_head = NULL;  /* 链表头 */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183" y="2098370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static PluginNode* g_plugin_tail = NULL;  /* 尾插 O(1) */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8183" y="2305761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static int         g_plugin_count = 0;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8183" y="2513152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8183" y="2720543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node-&gt;plugin = p;   node-&gt;next = NULL;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8183" y="2927934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if (g_plugin_tail == NULL) {          /* 空链表 */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8183" y="3135325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g_plugin_head = node;  g_plugin_tail = node;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8183" y="3342716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 else {                              /* 尾插 */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8183" y="3550107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g_plugin_tail-&gt;next = node;  g_plugin_tail = node;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8183" y="3757498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8183" y="3964889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g_plugin_count++;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33591" y="4585589"/>
            <a:ext cx="5309463" cy="93421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33591" y="4585589"/>
            <a:ext cx="50292" cy="9342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6471" y="4768469"/>
            <a:ext cx="48888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⚖️ 设计取舍：要顺序，也要性能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6471" y="5127371"/>
            <a:ext cx="488883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第12讲头插顺序相反；本讲用尾指针，依然 O(1) 且保序。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扩展点设计：插件能挂在哪里？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框架好不好用，就看它留了多少"插槽"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5691"/>
            <a:ext cx="11094415" cy="976121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45691"/>
            <a:ext cx="50292" cy="97612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8571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🔌 什么是扩展点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7472"/>
            <a:ext cx="10673791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扩展点就是框架预留的"插槽"：插件把自己的钩子插进去，框架照着槽位统一回调。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41268"/>
            <a:ext cx="5990984" cy="401955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77845"/>
            <a:ext cx="8589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扩展点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033" y="3077845"/>
            <a:ext cx="3255314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9803" y="3077845"/>
            <a:ext cx="12183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FFFFF"/>
                </a:solidFill>
                <a:latin typeface="微软雅黑"/>
              </a:rPr>
              <a:t>本讲状态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43223"/>
            <a:ext cx="5990984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479799"/>
            <a:ext cx="8589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菜单项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033" y="3479799"/>
            <a:ext cx="3255314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menu_id + menu_label + 菜单链表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9803" y="3479799"/>
            <a:ext cx="12183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✅ 已实现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5178"/>
            <a:ext cx="5990984" cy="4019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81754"/>
            <a:ext cx="8589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命令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033" y="3881754"/>
            <a:ext cx="3255314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manager_find() + manager_execute()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9803" y="3881754"/>
            <a:ext cx="12183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✅ 已实现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47133"/>
            <a:ext cx="5990984" cy="40195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283709"/>
            <a:ext cx="858921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F2937"/>
                </a:solidFill>
                <a:latin typeface="微软雅黑"/>
              </a:rPr>
              <a:t>事件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033" y="4283709"/>
            <a:ext cx="3255314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插件注册回调，框架按时机回调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9803" y="4283709"/>
            <a:ext cx="1218380" cy="328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F2937"/>
                </a:solidFill>
                <a:latin typeface="微软雅黑"/>
              </a:rPr>
              <a:t>🔜 第14讲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77368" y="3041268"/>
            <a:ext cx="4865686" cy="228193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77368" y="3041268"/>
            <a:ext cx="4865686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1960" y="3096133"/>
            <a:ext cx="453650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插件只负责填表，不负责描述菜单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1960" y="3505784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DBA74"/>
                </a:solidFill>
                <a:latin typeface="Consolas"/>
              </a:rPr>
              <a:t>static Plugin transfer_plugin =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1960" y="3704158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.name = "转账",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1960" y="3902532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.menu_id = 4,          /* ← 只填这两个字段 */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1960" y="4100906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.menu_label = "转账",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1960" y="4299280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.init = transfer_init, .start = transfer_start,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1960" y="4497654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.execute = transfer_execute,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1960" y="4696028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.stop = transfer_stop, .cleanup = transfer_cleanup,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1960" y="4894402"/>
            <a:ext cx="4536502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};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同一批插件，能被菜单调用、被命令行调用、被将来的 Web API 调用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配置化菜单：菜单项就是链表节点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第8讲链表的核心应用 —— 注册即挂载、卸载即摘除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40661"/>
            <a:ext cx="5103430" cy="204749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240661"/>
            <a:ext cx="510343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95525"/>
            <a:ext cx="477424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FDBA74"/>
                </a:solidFill>
                <a:latin typeface="微软雅黑"/>
              </a:rPr>
              <a:t>菜单项节点 = 链表节点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705176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typedef struct MenuItem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30601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int  id;                 /* 菜单编号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56026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char label[40];          /* 菜单文字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81451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  Plugin* plugin;          /* 关联的插件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06876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DBA74"/>
                </a:solidFill>
                <a:latin typeface="Consolas"/>
              </a:rPr>
              <a:t>    struct MenuItem* next;   /* 下一个菜单项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832301"/>
            <a:ext cx="4774246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} MenuItem;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9814" y="2240661"/>
            <a:ext cx="5753240" cy="1874519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9814" y="2240661"/>
            <a:ext cx="50292" cy="1874519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2694" y="2423541"/>
            <a:ext cx="533261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🔑 关键就是那个 plugin 指针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694" y="2782442"/>
            <a:ext cx="5332616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和普通链表唯一的不同，是多了 plugin 指针 —— 它把"用户看到的一行字"和"背后干活的插件"挂在一起。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有了它，菜单处理就退化成纯粹的"查表 + 多态"。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0761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0439" y="450761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6247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第2讲：硬编码（功能写死在主程序）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319" y="4562474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第13讲：配置化（数据驱动）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83098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printf("1. 存款\n"); printf("2. 取款\n");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3" y="5028818"/>
            <a:ext cx="68580" cy="12319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319" y="4983098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遍历链表显示：while (cur) { ... cur = cur-&gt;next; 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15303" y="5028818"/>
            <a:ext cx="68580" cy="1231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52592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switch (choice) { case 1: deposit(); break; 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3" y="5298312"/>
            <a:ext cx="68580" cy="12319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3319" y="5252592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menu_handle() 查表加多态，再调 manager_execute()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5303" y="5298312"/>
            <a:ext cx="68580" cy="1231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522086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加"转账"要改三处：打印、分支、编号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3" y="5567806"/>
            <a:ext cx="68580" cy="12319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319" y="5522086"/>
            <a:ext cx="5016855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· 加"转账"改 0 处：插件自带编号与菜单文字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15303" y="5567806"/>
            <a:ext cx="68580" cy="12319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菜单不长在代码里，它长在链表里 —— 谁注册，谁就在里面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1F2937"/>
                </a:solidFill>
                <a:latin typeface="微软雅黑"/>
              </a:rPr>
              <a:t>原理深入：加插件，为什么可以不改主程序？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对扩展开放，对修改关闭 —— 开闭原则在 C 里的落地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5643"/>
            <a:ext cx="5990984" cy="285902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715643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70507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数一数这里面有几个 case：答案是 0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80158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DBA74"/>
                </a:solidFill>
                <a:latin typeface="Consolas"/>
              </a:rPr>
              <a:t>int menu_handle(int choice, double amount)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96566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MenuItem* cur = g_menu_head;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2974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while (cur != NULL)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829382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    if (cur-&gt;id == choice)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45790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DBA74"/>
                </a:solidFill>
                <a:latin typeface="Consolas"/>
              </a:rPr>
              <a:t>            return manager_execute(cur-&gt;plugin-&gt;name, amount);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62198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    }                       /* 查表 + 多态：编译期不知道是谁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78606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    cur = cur-&gt;next;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95014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11422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DBA74"/>
                </a:solidFill>
                <a:latin typeface="Consolas"/>
              </a:rPr>
              <a:t>    return -1;              /* 没有这个编号的功能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127830"/>
            <a:ext cx="5661800" cy="216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77368" y="1715643"/>
            <a:ext cx="4865686" cy="1160526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77368" y="1715643"/>
            <a:ext cx="50292" cy="11605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248" y="1898523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支柱① 函数指针 = 多态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0248" y="2257424"/>
            <a:ext cx="444506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编译期不知道会调用谁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运行期看链表里挂的是谁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77368" y="3004185"/>
            <a:ext cx="4865686" cy="116052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77368" y="3004185"/>
            <a:ext cx="50292" cy="116052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60248" y="3187065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支柱② 链表 = 数据驱动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0248" y="3545967"/>
            <a:ext cx="444506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代码表达"怎么处理"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数据表达"处理什么"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77368" y="4292726"/>
            <a:ext cx="4865686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77368" y="4292726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0248" y="4475607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支柱③ 稳定契约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248" y="4834509"/>
            <a:ext cx="444506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framework.h 冻结语义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扩展才能在契约上生长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三次改动全是"新增"：新文件、加声明、加注册 —— 加功能零改动主程序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对比与辨析：库 vs 框架，谁调用谁？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控制反转（IoC）是框架和库的分界线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426464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81328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库（Library）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481328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框架（Framework）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901952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你调用库：主程序是导演，指挥每一步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1947672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1901952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框架调用你：主程序只是启动器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1947672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87956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控制权在你手上，调用链一目了然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233676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187956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控制权在框架手上，时机由状态机决定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233676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473960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典型代表：libc、libaccount.a、json-c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519680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473960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典型代表：Qt、Spring、VS Code、本讲 framework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519680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942844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97942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9874" y="297942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硬编码 switch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9528" y="297942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配置化链表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5432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9090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加功能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9874" y="339090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改 3 处（打印 / 分支 / 编号）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9528" y="339090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改 0 处（插件自带 id 与 label）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76580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80238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删功能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9874" y="380238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容易残留"死分支"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9528" y="380238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menu_remove(id) 一句摘掉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7728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21386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运行开销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9874" y="421386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零开销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9528" y="421386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多一次 O(n) 遍历，n 很小可忽略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8876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62534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出错风险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29874" y="462534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编号重复、漏改才报错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9528" y="462534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编号重复会被 menu_add 拒绝并说明原因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0024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5036820"/>
            <a:ext cx="133376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适合场景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29874" y="5036820"/>
            <a:ext cx="444019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功能极少且几乎不变的小工具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9528" y="5036820"/>
            <a:ext cx="466208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功能会持续增长、需要常加功能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Don't call us, we'll call you. —— 别来找我们，我们会找你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src/framework.c 与 src/main.c —— 注册即挂菜单，主程序只剩三行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434760" cy="276885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43476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1055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framework.c：注册即挂载（四道关卡都带"人话"提示）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manager_register(Plugin* p) {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98370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if (p == NULL) return -1;              /* 关卡1：空指针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05761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if (p-&gt;execute == NULL) return -1;     /* 关卡2：不是合法插件 */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13152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    /* 关卡3：重名拒绝；malloc 节点 + 尾插 + g_plugin_count++ */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20543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p-&gt;state = PLUGIN_LOADED;              /* UNLOADED -&gt; LOADED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27934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if (p-&gt;menu_id != 0)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135325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 menu_add(p-&gt;menu_id, p-&gt;menu_label, p);  /* 注册即挂菜单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42716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50107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57498"/>
            <a:ext cx="610557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96486"/>
            <a:ext cx="6434760" cy="1160526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96486"/>
            <a:ext cx="50292" cy="116052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9366"/>
            <a:ext cx="601413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📊 状态闭环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38268"/>
            <a:ext cx="6014136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六阶段的注册、初始化、启动、执行、停止、清理，主程序一行都没提 —— 它只说了"开始""运行""停止"。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1144" y="1426464"/>
            <a:ext cx="4421910" cy="2146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21144" y="1426464"/>
            <a:ext cx="442191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5736" y="1481328"/>
            <a:ext cx="409272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main.c：通篇没有"存款""取款"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5736" y="1890979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main(void)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5736" y="2098370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5736" y="2305761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framework_start();  /* 初始化+注册+init+start */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5736" y="2513152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framework_run();    /* 显示菜单 + 交互循环 */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5736" y="2720543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framework_stop();   /* stop+cleanup+destroy */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5736" y="2927934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5736" y="3135325"/>
            <a:ext cx="4092726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1144" y="3774313"/>
            <a:ext cx="4421910" cy="14630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21144" y="3774313"/>
            <a:ext cx="4421910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7448" y="3829176"/>
            <a:ext cx="412930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启动顺序（真实输出节选）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7448" y="4231513"/>
            <a:ext cx="4129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manager_init → menu_init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7448" y="4469638"/>
            <a:ext cx="4129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[注册] 存款 (状态: LOADED)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7448" y="4707763"/>
            <a:ext cx="4129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    └─ 菜单项已挂载： 1. 存款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7448" y="4945888"/>
            <a:ext cx="41293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-- start_all 完成：启动 4 个插件 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命令、菜单、拒绝原因、退出码 —— 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656649" cy="422059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656649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32746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终端实录（真实输出，未删改）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gcc -Wall -o plugin_framework.exe framework.c atm_state.c 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98370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plugin_deposit.c plugin_withdraw.c plugin_query.c 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05761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plugin_transfer.c main.c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13152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printf '1\n1\n500\n0\n' | ./plugin_framework.exe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20543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 插件管理器已初始化（插件链表为空）===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27934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[注册] 存款 v1.1 - 向账户存入现金  (状态: LOADED)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135325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 └─ 菜单项已挂载： 1. 存款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42716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--- init_all 成功 4 个 / start_all 启动 4 个 ---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50107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========== ATM 主菜单（共 4 项，全部来自插件）==========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57498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1. 存款   2. 取款   3. 查询余额   4. 转账   0. 退出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964889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请选择功能编号: 请输入金额（查询类请输入 0）: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72280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[存款] 存入     1.00 元，余额 10001.00 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79671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[菜单] 无效选择：没有编号 500 的功能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87062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[框架] 输入流已结束，自动退出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94453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 菜单已销毁（释放 4 个菜单项节点）===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001844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 框架已安全关闭 ===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09235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echo $?   →  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43033" y="1426464"/>
            <a:ext cx="4200022" cy="3977639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033" y="1426464"/>
            <a:ext cx="50292" cy="3977639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5913" y="1609344"/>
            <a:ext cx="3779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5913" y="1968245"/>
            <a:ext cx="3779398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注册即挂菜单：4 个插件各带一行菜单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批量启动：init_all 成功 4 个 → start_all 启动 4 个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菜单来自链表：4 项全是插件挂上来的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④ 编号 500 不存在 → 被 menu_handle 拦下，程序没崩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⑤ 安全关闭：stop → cleanup → destroy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⑥ 退出码 0：资源和链表全部回收，状态闭环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framework.h / framework.c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六级台阶的最后一级：框架 —— 控制反转第一次真正登场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框架。前五级都是"你调用别人"，只有第六级反过来：框架反过来调用你的代码 —— 这就是控制反转（IoC）。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 ✅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 ✅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6299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状态机管住生命周期顺序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管理器管住注册与批量调度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配置化菜单管住扩展点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主程序从 60 行瘦到 3 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最后一讲接着做什么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第14讲把 dlopen 与目录扫描接进来，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连"有哪些插件"都不再由代码决定 ——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那时控制反转才真正完整，整条主线收官。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前五级是你调用世界，第六级是世界调用你 —— 这就是架构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48256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48256"/>
            <a:ext cx="50292" cy="1417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①：init 与 start 为什么要分开？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90037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init 成功后插件其实已经"能用"了，为什么还要多一个 start？我们的框架里，init 只申请资源，start 才对外提供服务。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提示：想想 ATM 开机加载 4 个插件、其中一个 init 失败会怎样；再想想"暂停服务但保留状态"，3 阶段模型能不能表达？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②：配置化菜单的收益与代价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2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配置化之后加功能不用改主程序了，但这套方案是"免费"的吗？多了一个结构体、五个函数、一条链表，这些代价花得值不值？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提示：从代码复杂度、可读性、运行开销、出错风险四个角度分析；再想想什么情况下反而应该老老实实写 switch。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83917"/>
            <a:ext cx="5428335" cy="21915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83917"/>
            <a:ext cx="50292" cy="21915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①：准备与服务，两种状态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5698"/>
            <a:ext cx="5007711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init 是"进货"，start 是"开门营业"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只有 3 阶段时，4 个插件有一个失败，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系统卡在"一半可用"，还没法回滚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拆出 start 后可两阶段提交：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全部 init 成功，才允许全部 start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多了 stop 这一级台阶，服务可暂停，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cleanup 不可逆 —— 可逆与不可逆分开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83917"/>
            <a:ext cx="5428335" cy="24010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83917"/>
            <a:ext cx="50292" cy="24010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56679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②：不是更高级，是换自由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925698"/>
            <a:ext cx="500771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收益：扩展性（改 0 处主程序）、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一致性（显示与处理共用一份数据）、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编号冲突被 menu_add 自动拒绝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代价：多一个结构体 + 5 个函数、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可读性下降（要逐个插件看 menu_id）、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O(n) 遍历、调试链变长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反而该硬编码：功能极少且稳定、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菜单项上千需哈希、二级菜单与权限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判断标准只有一条：这个菜单会持续增长吗？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两题进阶：从 C 语言的开闭原则，接到框架与库的分界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50292" cy="14538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③：开闭原则在 C 语言中如何落地？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1749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有人说："开闭原则是面向对象的东西，C 语言没有继承多态，谈不了开闭原则。"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本讲却做到"加转账插件零改动主程序"。提示：函数指针算不算多态？链表算不算"把结构交给数据"？framework.h 为什么必须冻结语义？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1608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21608"/>
            <a:ext cx="5029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0448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④：框架与库的本质区别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63390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第12讲的 main() 有 60 多行，手动注册、手动 init、手动执行、手动清理；第13讲只剩三行 framework_start / run / stop。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提示：这中间省掉的到底是什么？"控制权"从谁手上，交到了谁手上？再想想好莱坞那句 Don't call us, we'll call you。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这两题想通了，第14讲的完整项目就提前入门了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把今天的"框架"接到最后一讲的总收官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79142"/>
            <a:ext cx="50292" cy="26106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③：三根支柱，能做但更费手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函数指针 = 多态：menu_handle 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   编译期不知道会调哪个函数，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   运行期看链表挂了谁 —— 运行期绑定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链表 = 数据驱动：功能清单存进链表，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   代码说"怎么处理"，数据说"处理什么"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稳定契约：framework.h 冻结语义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代价：无编译期检查、无访问控制、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手动 malloc/free。Linux 内核、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Redis、Nginx 都是这么干的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279142"/>
            <a:ext cx="5428335" cy="261061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279142"/>
            <a:ext cx="50292" cy="26106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62022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④：调用方向的反转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20923"/>
            <a:ext cx="5007711" cy="188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库是"你调用它"，框架是"它调用你"——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控制权在谁手上，就是分界线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第12讲 main() 是导演，60 多行手动调度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第13讲 main() 只是启动器，三行交权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反转发生在哪：控制流从 main 进入框架，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又从框架折返回你写的插件代码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main → framework_start → manager_init_all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        → 插件 init()   ← 折返，这就是反转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本讲还是静态注册，第14讲才完全体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框架把秩序收上去，把自由留给了插件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第13讲 插件框架架构 —— 让框架来调用你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第13讲 插件框架架构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77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状态机管生命周期，管理器管秩序，配置化菜单管扩展 —— 把控制权收归框架，加插件不改主程序。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13660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5023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65023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65023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514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6171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06171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五阶段生命周期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06171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init → start → execute(可多次) → stop → cleanup，init 准备、start 营业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3662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47319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47319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状态机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47319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UNLOADED → LOADED → INITIALIZED → STARTED → STOPPED → CLEANED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810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8467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388467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插件管理器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388467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manager_* 系列：链表 + 批量 init/start/stop/cleanup + find/execute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5958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29615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29615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扩展点设计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29615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菜单项 / 命令 / 事件，本质都是"链表 + 回调"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1060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70763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70763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配置化菜单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70763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菜单项 = 链表节点；注册即挂载、卸载即摘除；menu_handle 零 switch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82540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119116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119116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框架 vs 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119116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库是你调用它，框架是它调用你 —— 控制反转 IoC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下一讲：完整项目与全系列总结 —— 把 dlopen、目录扫描接进框架（第14讲）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